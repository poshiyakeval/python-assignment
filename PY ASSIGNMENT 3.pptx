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8" r:id="rId2"/>
    <p:sldId id="256" r:id="rId3"/>
    <p:sldId id="257" r:id="rId4"/>
    <p:sldId id="259" r:id="rId5"/>
    <p:sldId id="260" r:id="rId6"/>
    <p:sldId id="261" r:id="rId7"/>
    <p:sldId id="263" r:id="rId8"/>
    <p:sldId id="264" r:id="rId9"/>
    <p:sldId id="265" r:id="rId10"/>
    <p:sldId id="267" r:id="rId11"/>
    <p:sldId id="268" r:id="rId12"/>
    <p:sldId id="269" r:id="rId13"/>
    <p:sldId id="271" r:id="rId14"/>
    <p:sldId id="272" r:id="rId15"/>
    <p:sldId id="273" r:id="rId16"/>
    <p:sldId id="275" r:id="rId17"/>
    <p:sldId id="276" r:id="rId18"/>
    <p:sldId id="277" r:id="rId19"/>
    <p:sldId id="278" r:id="rId20"/>
    <p:sldId id="279" r:id="rId21"/>
  </p:sldIdLst>
  <p:sldSz cx="18288000" cy="10287000"/>
  <p:notesSz cx="6858000" cy="9144000"/>
  <p:embeddedFontLst>
    <p:embeddedFont>
      <p:font typeface="Calibri" panose="020F0502020204030204" pitchFamily="34" charset="0"/>
      <p:regular r:id="rId22"/>
      <p:bold r:id="rId23"/>
      <p:italic r:id="rId24"/>
      <p:boldItalic r:id="rId25"/>
    </p:embeddedFont>
    <p:embeddedFont>
      <p:font typeface="Montserrat Bold" panose="020B0604020202020204" charset="0"/>
      <p:regular r:id="rId26"/>
    </p:embeddedFont>
    <p:embeddedFont>
      <p:font typeface="Dela Gothic One" panose="020B0604020202020204" charset="-128"/>
      <p:regular r:id="rId27"/>
    </p:embeddedFont>
    <p:embeddedFont>
      <p:font typeface="Montserrat Medium" panose="020B0604020202020204" charset="0"/>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2" d="100"/>
          <a:sy n="42" d="100"/>
        </p:scale>
        <p:origin x="1028" y="10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4/14/2025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4/14/2025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4/14/2025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5.svg"/><Relationship Id="rId5" Type="http://schemas.openxmlformats.org/officeDocument/2006/relationships/image" Target="../media/image4.png"/><Relationship Id="rId10" Type="http://schemas.openxmlformats.org/officeDocument/2006/relationships/image" Target="../media/image17.svg"/><Relationship Id="rId4" Type="http://schemas.openxmlformats.org/officeDocument/2006/relationships/image" Target="../media/image3.png"/><Relationship Id="rId9"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image" Target="../media/image6.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4.svg"/><Relationship Id="rId4" Type="http://schemas.openxmlformats.org/officeDocument/2006/relationships/image" Target="../media/image7.png"/><Relationship Id="rId9" Type="http://schemas.openxmlformats.org/officeDocument/2006/relationships/image" Target="../media/image8.svg"/></Relationships>
</file>

<file path=ppt/slides/_rels/slide3.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1.svg"/><Relationship Id="rId5" Type="http://schemas.openxmlformats.org/officeDocument/2006/relationships/image" Target="../media/image9.png"/><Relationship Id="rId10" Type="http://schemas.openxmlformats.org/officeDocument/2006/relationships/image" Target="../media/image13.svg"/><Relationship Id="rId4" Type="http://schemas.openxmlformats.org/officeDocument/2006/relationships/image" Target="../media/image3.png"/><Relationship Id="rId9" Type="http://schemas.openxmlformats.org/officeDocument/2006/relationships/image" Target="../media/image10.png"/></Relationships>
</file>

<file path=ppt/slides/_rels/slide4.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1.svg"/><Relationship Id="rId5" Type="http://schemas.openxmlformats.org/officeDocument/2006/relationships/image" Target="../media/image9.png"/><Relationship Id="rId10" Type="http://schemas.openxmlformats.org/officeDocument/2006/relationships/image" Target="../media/image13.svg"/><Relationship Id="rId4" Type="http://schemas.openxmlformats.org/officeDocument/2006/relationships/image" Target="../media/image3.png"/><Relationship Id="rId9" Type="http://schemas.openxmlformats.org/officeDocument/2006/relationships/image" Target="../media/image10.png"/></Relationships>
</file>

<file path=ppt/slides/_rels/slide5.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21.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9.sv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3.png"/><Relationship Id="rId7"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24.svg"/><Relationship Id="rId5" Type="http://schemas.openxmlformats.org/officeDocument/2006/relationships/image" Target="../media/image14.png"/><Relationship Id="rId10" Type="http://schemas.openxmlformats.org/officeDocument/2006/relationships/image" Target="../media/image8.svg"/><Relationship Id="rId4" Type="http://schemas.openxmlformats.org/officeDocument/2006/relationships/image" Target="../media/image2.png"/><Relationship Id="rId9" Type="http://schemas.openxmlformats.org/officeDocument/2006/relationships/image" Target="../media/image5.png"/></Relationships>
</file>

<file path=ppt/slides/_rels/slide7.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1.svg"/><Relationship Id="rId5" Type="http://schemas.openxmlformats.org/officeDocument/2006/relationships/image" Target="../media/image9.png"/><Relationship Id="rId10" Type="http://schemas.openxmlformats.org/officeDocument/2006/relationships/image" Target="../media/image13.svg"/><Relationship Id="rId4" Type="http://schemas.openxmlformats.org/officeDocument/2006/relationships/image" Target="../media/image3.png"/><Relationship Id="rId9" Type="http://schemas.openxmlformats.org/officeDocument/2006/relationships/image" Target="../media/image10.png"/></Relationships>
</file>

<file path=ppt/slides/_rels/slide8.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3.png"/><Relationship Id="rId7" Type="http://schemas.openxmlformats.org/officeDocument/2006/relationships/image" Target="../media/image21.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9.sv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3.png"/><Relationship Id="rId7"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24.svg"/><Relationship Id="rId5" Type="http://schemas.openxmlformats.org/officeDocument/2006/relationships/image" Target="../media/image14.png"/><Relationship Id="rId10" Type="http://schemas.openxmlformats.org/officeDocument/2006/relationships/image" Target="../media/image8.svg"/><Relationship Id="rId4" Type="http://schemas.openxmlformats.org/officeDocument/2006/relationships/image" Target="../media/image2.png"/><Relationship Id="rId9" Type="http://schemas.openxmlformats.org/officeDocument/2006/relationships/image" Target="../media/image5.png"/></Relationships>
</file>

<file path=ppt/slides/_rels/slide10.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1.svg"/><Relationship Id="rId5" Type="http://schemas.openxmlformats.org/officeDocument/2006/relationships/image" Target="../media/image9.png"/><Relationship Id="rId10" Type="http://schemas.openxmlformats.org/officeDocument/2006/relationships/image" Target="../media/image13.svg"/><Relationship Id="rId4" Type="http://schemas.openxmlformats.org/officeDocument/2006/relationships/image" Target="../media/image3.png"/><Relationship Id="rId9" Type="http://schemas.openxmlformats.org/officeDocument/2006/relationships/image" Target="../media/image10.png"/></Relationships>
</file>

<file path=ppt/slides/_rels/slide11.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3.png"/><Relationship Id="rId7" Type="http://schemas.openxmlformats.org/officeDocument/2006/relationships/image" Target="../media/image21.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9.sv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3.png"/><Relationship Id="rId7"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24.svg"/><Relationship Id="rId5" Type="http://schemas.openxmlformats.org/officeDocument/2006/relationships/image" Target="../media/image14.png"/><Relationship Id="rId10" Type="http://schemas.openxmlformats.org/officeDocument/2006/relationships/image" Target="../media/image8.svg"/><Relationship Id="rId4" Type="http://schemas.openxmlformats.org/officeDocument/2006/relationships/image" Target="../media/image2.png"/><Relationship Id="rId9" Type="http://schemas.openxmlformats.org/officeDocument/2006/relationships/image" Target="../media/image5.png"/></Relationships>
</file>

<file path=ppt/slides/_rels/slide13.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3.png"/><Relationship Id="rId7" Type="http://schemas.openxmlformats.org/officeDocument/2006/relationships/image" Target="../media/image21.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9.sv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1.svg"/><Relationship Id="rId5" Type="http://schemas.openxmlformats.org/officeDocument/2006/relationships/image" Target="../media/image9.png"/><Relationship Id="rId10" Type="http://schemas.openxmlformats.org/officeDocument/2006/relationships/image" Target="../media/image13.svg"/><Relationship Id="rId4" Type="http://schemas.openxmlformats.org/officeDocument/2006/relationships/image" Target="../media/image3.png"/><Relationship Id="rId9" Type="http://schemas.openxmlformats.org/officeDocument/2006/relationships/image" Target="../media/image10.png"/></Relationships>
</file>

<file path=ppt/slides/_rels/slide15.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3.png"/><Relationship Id="rId7"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24.svg"/><Relationship Id="rId5" Type="http://schemas.openxmlformats.org/officeDocument/2006/relationships/image" Target="../media/image14.png"/><Relationship Id="rId10" Type="http://schemas.openxmlformats.org/officeDocument/2006/relationships/image" Target="../media/image8.svg"/><Relationship Id="rId4" Type="http://schemas.openxmlformats.org/officeDocument/2006/relationships/image" Target="../media/image2.png"/><Relationship Id="rId9" Type="http://schemas.openxmlformats.org/officeDocument/2006/relationships/image" Target="../media/image5.png"/></Relationships>
</file>

<file path=ppt/slides/_rels/slide16.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1.svg"/><Relationship Id="rId5" Type="http://schemas.openxmlformats.org/officeDocument/2006/relationships/image" Target="../media/image9.png"/><Relationship Id="rId10" Type="http://schemas.openxmlformats.org/officeDocument/2006/relationships/image" Target="../media/image13.svg"/><Relationship Id="rId4" Type="http://schemas.openxmlformats.org/officeDocument/2006/relationships/image" Target="../media/image3.png"/><Relationship Id="rId9" Type="http://schemas.openxmlformats.org/officeDocument/2006/relationships/image" Target="../media/image10.png"/></Relationships>
</file>

<file path=ppt/slides/_rels/slide17.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3.png"/><Relationship Id="rId7"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24.svg"/><Relationship Id="rId5" Type="http://schemas.openxmlformats.org/officeDocument/2006/relationships/image" Target="../media/image14.png"/><Relationship Id="rId10" Type="http://schemas.openxmlformats.org/officeDocument/2006/relationships/image" Target="../media/image8.svg"/><Relationship Id="rId4" Type="http://schemas.openxmlformats.org/officeDocument/2006/relationships/image" Target="../media/image2.png"/><Relationship Id="rId9" Type="http://schemas.openxmlformats.org/officeDocument/2006/relationships/image" Target="../media/image5.png"/></Relationships>
</file>

<file path=ppt/slides/_rels/slide18.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3.png"/><Relationship Id="rId7" Type="http://schemas.openxmlformats.org/officeDocument/2006/relationships/image" Target="../media/image21.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9.svg"/><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3.png"/><Relationship Id="rId7" Type="http://schemas.openxmlformats.org/officeDocument/2006/relationships/image" Target="../media/image21.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9.svg"/><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22.png"/><Relationship Id="rId18" Type="http://schemas.openxmlformats.org/officeDocument/2006/relationships/image" Target="../media/image45.svg"/><Relationship Id="rId3" Type="http://schemas.openxmlformats.org/officeDocument/2006/relationships/image" Target="../media/image2.png"/><Relationship Id="rId7" Type="http://schemas.openxmlformats.org/officeDocument/2006/relationships/image" Target="../media/image5.png"/><Relationship Id="rId12" Type="http://schemas.openxmlformats.org/officeDocument/2006/relationships/image" Target="../media/image39.svg"/><Relationship Id="rId17" Type="http://schemas.openxmlformats.org/officeDocument/2006/relationships/image" Target="../media/image24.png"/><Relationship Id="rId2" Type="http://schemas.openxmlformats.org/officeDocument/2006/relationships/image" Target="../media/image1.jpeg"/><Relationship Id="rId16" Type="http://schemas.openxmlformats.org/officeDocument/2006/relationships/image" Target="../media/image43.svg"/><Relationship Id="rId1" Type="http://schemas.openxmlformats.org/officeDocument/2006/relationships/slideLayout" Target="../slideLayouts/slideLayout7.xml"/><Relationship Id="rId6" Type="http://schemas.openxmlformats.org/officeDocument/2006/relationships/image" Target="../media/image37.svg"/><Relationship Id="rId11" Type="http://schemas.openxmlformats.org/officeDocument/2006/relationships/image" Target="../media/image21.png"/><Relationship Id="rId5" Type="http://schemas.openxmlformats.org/officeDocument/2006/relationships/image" Target="../media/image20.png"/><Relationship Id="rId15" Type="http://schemas.openxmlformats.org/officeDocument/2006/relationships/image" Target="../media/image23.png"/><Relationship Id="rId10" Type="http://schemas.openxmlformats.org/officeDocument/2006/relationships/image" Target="../media/image6.sv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41.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F4272"/>
        </a:solidFill>
        <a:effectLst/>
      </p:bgPr>
    </p:bg>
    <p:spTree>
      <p:nvGrpSpPr>
        <p:cNvPr id="1" name=""/>
        <p:cNvGrpSpPr/>
        <p:nvPr/>
      </p:nvGrpSpPr>
      <p:grpSpPr>
        <a:xfrm>
          <a:off x="0" y="0"/>
          <a:ext cx="0" cy="0"/>
          <a:chOff x="0" y="0"/>
          <a:chExt cx="0" cy="0"/>
        </a:xfrm>
      </p:grpSpPr>
      <p:sp>
        <p:nvSpPr>
          <p:cNvPr id="2" name="Freeform 2"/>
          <p:cNvSpPr/>
          <p:nvPr/>
        </p:nvSpPr>
        <p:spPr>
          <a:xfrm>
            <a:off x="0" y="0"/>
            <a:ext cx="18287280" cy="10286640"/>
          </a:xfrm>
          <a:custGeom>
            <a:avLst/>
            <a:gdLst/>
            <a:ahLst/>
            <a:cxnLst/>
            <a:rect l="l" t="t" r="r" b="b"/>
            <a:pathLst>
              <a:path w="18287280" h="10286640">
                <a:moveTo>
                  <a:pt x="0" y="0"/>
                </a:moveTo>
                <a:lnTo>
                  <a:pt x="18287280" y="0"/>
                </a:lnTo>
                <a:lnTo>
                  <a:pt x="18287280" y="10286640"/>
                </a:lnTo>
                <a:lnTo>
                  <a:pt x="0" y="10286640"/>
                </a:lnTo>
                <a:lnTo>
                  <a:pt x="0" y="0"/>
                </a:lnTo>
                <a:close/>
              </a:path>
            </a:pathLst>
          </a:custGeom>
          <a:blipFill>
            <a:blip r:embed="rId2">
              <a:alphaModFix amt="40000"/>
            </a:blip>
            <a:stretch>
              <a:fillRect l="-3069" t="-2037" r="-629" b="-1660"/>
            </a:stretch>
          </a:blipFill>
        </p:spPr>
      </p:sp>
      <p:sp>
        <p:nvSpPr>
          <p:cNvPr id="3" name="Freeform 3"/>
          <p:cNvSpPr/>
          <p:nvPr/>
        </p:nvSpPr>
        <p:spPr>
          <a:xfrm>
            <a:off x="-3833280" y="-2286000"/>
            <a:ext cx="10170000" cy="10286640"/>
          </a:xfrm>
          <a:custGeom>
            <a:avLst/>
            <a:gdLst/>
            <a:ahLst/>
            <a:cxnLst/>
            <a:rect l="l" t="t" r="r" b="b"/>
            <a:pathLst>
              <a:path w="10170000" h="10286640">
                <a:moveTo>
                  <a:pt x="0" y="0"/>
                </a:moveTo>
                <a:lnTo>
                  <a:pt x="10170000" y="0"/>
                </a:lnTo>
                <a:lnTo>
                  <a:pt x="10170000" y="10286640"/>
                </a:lnTo>
                <a:lnTo>
                  <a:pt x="0" y="10286640"/>
                </a:lnTo>
                <a:lnTo>
                  <a:pt x="0" y="0"/>
                </a:lnTo>
                <a:close/>
              </a:path>
            </a:pathLst>
          </a:custGeom>
          <a:blipFill>
            <a:blip r:embed="rId3"/>
            <a:stretch>
              <a:fillRect l="-1" r="-1"/>
            </a:stretch>
          </a:blipFill>
        </p:spPr>
      </p:sp>
      <p:sp>
        <p:nvSpPr>
          <p:cNvPr id="4" name="Freeform 4"/>
          <p:cNvSpPr/>
          <p:nvPr/>
        </p:nvSpPr>
        <p:spPr>
          <a:xfrm>
            <a:off x="6407040" y="3826800"/>
            <a:ext cx="7501680" cy="7276320"/>
          </a:xfrm>
          <a:custGeom>
            <a:avLst/>
            <a:gdLst/>
            <a:ahLst/>
            <a:cxnLst/>
            <a:rect l="l" t="t" r="r" b="b"/>
            <a:pathLst>
              <a:path w="7501680" h="7276320">
                <a:moveTo>
                  <a:pt x="0" y="0"/>
                </a:moveTo>
                <a:lnTo>
                  <a:pt x="7501680" y="0"/>
                </a:lnTo>
                <a:lnTo>
                  <a:pt x="7501680" y="7276320"/>
                </a:lnTo>
                <a:lnTo>
                  <a:pt x="0" y="7276320"/>
                </a:lnTo>
                <a:lnTo>
                  <a:pt x="0" y="0"/>
                </a:lnTo>
                <a:close/>
              </a:path>
            </a:pathLst>
          </a:custGeom>
          <a:blipFill>
            <a:blip r:embed="rId4">
              <a:alphaModFix amt="79000"/>
            </a:blip>
            <a:stretch>
              <a:fillRect t="-2" b="-2"/>
            </a:stretch>
          </a:blipFill>
        </p:spPr>
      </p:sp>
      <p:sp>
        <p:nvSpPr>
          <p:cNvPr id="5" name="Freeform 5"/>
          <p:cNvSpPr/>
          <p:nvPr/>
        </p:nvSpPr>
        <p:spPr>
          <a:xfrm>
            <a:off x="9425520" y="43200"/>
            <a:ext cx="9361440" cy="7594560"/>
          </a:xfrm>
          <a:custGeom>
            <a:avLst/>
            <a:gdLst/>
            <a:ahLst/>
            <a:cxnLst/>
            <a:rect l="l" t="t" r="r" b="b"/>
            <a:pathLst>
              <a:path w="9361440" h="7594560">
                <a:moveTo>
                  <a:pt x="0" y="0"/>
                </a:moveTo>
                <a:lnTo>
                  <a:pt x="9361440" y="0"/>
                </a:lnTo>
                <a:lnTo>
                  <a:pt x="9361440" y="7594560"/>
                </a:lnTo>
                <a:lnTo>
                  <a:pt x="0" y="7594560"/>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6" name="Freeform 6"/>
          <p:cNvSpPr/>
          <p:nvPr/>
        </p:nvSpPr>
        <p:spPr>
          <a:xfrm>
            <a:off x="14132880" y="527760"/>
            <a:ext cx="434160" cy="434880"/>
          </a:xfrm>
          <a:custGeom>
            <a:avLst/>
            <a:gdLst/>
            <a:ahLst/>
            <a:cxnLst/>
            <a:rect l="l" t="t" r="r" b="b"/>
            <a:pathLst>
              <a:path w="434160" h="434880">
                <a:moveTo>
                  <a:pt x="0" y="0"/>
                </a:moveTo>
                <a:lnTo>
                  <a:pt x="434160" y="0"/>
                </a:lnTo>
                <a:lnTo>
                  <a:pt x="434160" y="434880"/>
                </a:lnTo>
                <a:lnTo>
                  <a:pt x="0" y="434880"/>
                </a:lnTo>
                <a:lnTo>
                  <a:pt x="0" y="0"/>
                </a:lnTo>
                <a:close/>
              </a:path>
            </a:pathLst>
          </a:custGeom>
          <a:blipFill>
            <a:blip r:embed="rId7">
              <a:extLst>
                <a:ext uri="{96DAC541-7B7A-43D3-8B79-37D633B846F1}">
                  <asvg:svgBlip xmlns:asvg="http://schemas.microsoft.com/office/drawing/2016/SVG/main" xmlns="" r:embed="rId8"/>
                </a:ext>
              </a:extLst>
            </a:blip>
            <a:stretch>
              <a:fillRect/>
            </a:stretch>
          </a:blipFill>
        </p:spPr>
      </p:sp>
      <p:sp>
        <p:nvSpPr>
          <p:cNvPr id="7" name="Freeform 7"/>
          <p:cNvSpPr/>
          <p:nvPr/>
        </p:nvSpPr>
        <p:spPr>
          <a:xfrm>
            <a:off x="2925840" y="850920"/>
            <a:ext cx="3481200" cy="2368080"/>
          </a:xfrm>
          <a:custGeom>
            <a:avLst/>
            <a:gdLst/>
            <a:ahLst/>
            <a:cxnLst/>
            <a:rect l="l" t="t" r="r" b="b"/>
            <a:pathLst>
              <a:path w="3481200" h="2368080">
                <a:moveTo>
                  <a:pt x="0" y="0"/>
                </a:moveTo>
                <a:lnTo>
                  <a:pt x="3481200" y="0"/>
                </a:lnTo>
                <a:lnTo>
                  <a:pt x="3481200" y="2368080"/>
                </a:lnTo>
                <a:lnTo>
                  <a:pt x="0" y="2368080"/>
                </a:lnTo>
                <a:lnTo>
                  <a:pt x="0" y="0"/>
                </a:lnTo>
                <a:close/>
              </a:path>
            </a:pathLst>
          </a:custGeom>
          <a:blipFill>
            <a:blip r:embed="rId9">
              <a:extLst>
                <a:ext uri="{96DAC541-7B7A-43D3-8B79-37D633B846F1}">
                  <asvg:svgBlip xmlns:asvg="http://schemas.microsoft.com/office/drawing/2016/SVG/main" xmlns="" r:embed="rId10"/>
                </a:ext>
              </a:extLst>
            </a:blip>
            <a:stretch>
              <a:fillRect/>
            </a:stretch>
          </a:blipFill>
        </p:spPr>
      </p:sp>
      <p:sp>
        <p:nvSpPr>
          <p:cNvPr id="10" name="TextBox 10"/>
          <p:cNvSpPr txBox="1"/>
          <p:nvPr/>
        </p:nvSpPr>
        <p:spPr>
          <a:xfrm>
            <a:off x="1428480" y="4381200"/>
            <a:ext cx="9124560" cy="3256560"/>
          </a:xfrm>
          <a:prstGeom prst="rect">
            <a:avLst/>
          </a:prstGeom>
        </p:spPr>
        <p:txBody>
          <a:bodyPr lIns="50800" tIns="50800" rIns="50800" bIns="50800" rtlCol="0" anchor="ctr"/>
          <a:lstStyle/>
          <a:p>
            <a:pPr algn="ctr">
              <a:lnSpc>
                <a:spcPts val="14400"/>
              </a:lnSpc>
            </a:pPr>
            <a:endParaRPr lang="en-US" sz="12000" spc="-1" dirty="0">
              <a:solidFill>
                <a:srgbClr val="1F4272"/>
              </a:solidFill>
              <a:latin typeface="Dela Gothic One"/>
              <a:ea typeface="Dela Gothic One"/>
              <a:cs typeface="Dela Gothic One"/>
              <a:sym typeface="Dela Gothic One"/>
            </a:endParaRPr>
          </a:p>
        </p:txBody>
      </p:sp>
      <p:sp>
        <p:nvSpPr>
          <p:cNvPr id="13" name="TextBox 13"/>
          <p:cNvSpPr txBox="1"/>
          <p:nvPr/>
        </p:nvSpPr>
        <p:spPr>
          <a:xfrm>
            <a:off x="1428480" y="1771920"/>
            <a:ext cx="3294720" cy="2170800"/>
          </a:xfrm>
          <a:prstGeom prst="rect">
            <a:avLst/>
          </a:prstGeom>
        </p:spPr>
        <p:txBody>
          <a:bodyPr lIns="50800" tIns="50800" rIns="50800" bIns="50800" rtlCol="0" anchor="ctr"/>
          <a:lstStyle/>
          <a:p>
            <a:pPr algn="ctr">
              <a:lnSpc>
                <a:spcPts val="14400"/>
              </a:lnSpc>
            </a:pPr>
            <a:endParaRPr lang="en-US" sz="12000" spc="-1" dirty="0">
              <a:solidFill>
                <a:srgbClr val="1F4272"/>
              </a:solidFill>
              <a:latin typeface="Dela Gothic One"/>
              <a:ea typeface="Dela Gothic One"/>
              <a:cs typeface="Dela Gothic One"/>
              <a:sym typeface="Dela Gothic One"/>
            </a:endParaRPr>
          </a:p>
        </p:txBody>
      </p:sp>
      <p:sp>
        <p:nvSpPr>
          <p:cNvPr id="14" name="TextBox 13"/>
          <p:cNvSpPr txBox="1"/>
          <p:nvPr/>
        </p:nvSpPr>
        <p:spPr>
          <a:xfrm>
            <a:off x="4343400" y="5873520"/>
            <a:ext cx="10908720" cy="3416320"/>
          </a:xfrm>
          <a:prstGeom prst="rect">
            <a:avLst/>
          </a:prstGeom>
          <a:noFill/>
        </p:spPr>
        <p:txBody>
          <a:bodyPr wrap="square" rtlCol="0">
            <a:spAutoFit/>
          </a:bodyPr>
          <a:lstStyle/>
          <a:p>
            <a:r>
              <a:rPr lang="en-US" sz="3600" dirty="0" smtClean="0">
                <a:solidFill>
                  <a:srgbClr val="FFFF00"/>
                </a:solidFill>
              </a:rPr>
              <a:t>NAME      </a:t>
            </a:r>
            <a:r>
              <a:rPr lang="en-US" sz="3600" dirty="0" smtClean="0">
                <a:solidFill>
                  <a:schemeClr val="bg2"/>
                </a:solidFill>
              </a:rPr>
              <a:t>               :    POSHIYA KEVAL BHARATBHAI</a:t>
            </a:r>
          </a:p>
          <a:p>
            <a:r>
              <a:rPr lang="en-US" sz="3600" dirty="0" smtClean="0">
                <a:solidFill>
                  <a:srgbClr val="FFFF00"/>
                </a:solidFill>
              </a:rPr>
              <a:t>ROLL NO</a:t>
            </a:r>
            <a:r>
              <a:rPr lang="en-US" sz="3600" dirty="0" smtClean="0">
                <a:solidFill>
                  <a:schemeClr val="bg2"/>
                </a:solidFill>
              </a:rPr>
              <a:t>.                :  14</a:t>
            </a:r>
          </a:p>
          <a:p>
            <a:r>
              <a:rPr lang="en-US" sz="3600" dirty="0" smtClean="0">
                <a:solidFill>
                  <a:srgbClr val="FFFF00"/>
                </a:solidFill>
              </a:rPr>
              <a:t>ENROLLMENT NO </a:t>
            </a:r>
            <a:r>
              <a:rPr lang="en-US" sz="3600" dirty="0" smtClean="0">
                <a:solidFill>
                  <a:schemeClr val="bg2"/>
                </a:solidFill>
              </a:rPr>
              <a:t>:  2302030400077</a:t>
            </a:r>
          </a:p>
          <a:p>
            <a:r>
              <a:rPr lang="en-US" sz="3600" dirty="0" smtClean="0">
                <a:solidFill>
                  <a:srgbClr val="FFFF00"/>
                </a:solidFill>
              </a:rPr>
              <a:t>CLASS                      </a:t>
            </a:r>
            <a:r>
              <a:rPr lang="en-US" sz="3600" dirty="0" smtClean="0">
                <a:solidFill>
                  <a:schemeClr val="bg2"/>
                </a:solidFill>
              </a:rPr>
              <a:t>:  4_CE_B</a:t>
            </a:r>
          </a:p>
          <a:p>
            <a:endParaRPr lang="en-US" sz="3600" dirty="0">
              <a:solidFill>
                <a:schemeClr val="bg2"/>
              </a:solidFill>
            </a:endParaRPr>
          </a:p>
          <a:p>
            <a:r>
              <a:rPr lang="en-US" sz="3600" dirty="0" smtClean="0">
                <a:solidFill>
                  <a:srgbClr val="FFFF00"/>
                </a:solidFill>
              </a:rPr>
              <a:t>PYTHON  ASSIGNMENT</a:t>
            </a:r>
            <a:r>
              <a:rPr lang="en-US" sz="3600" dirty="0" smtClean="0">
                <a:solidFill>
                  <a:schemeClr val="bg2"/>
                </a:solidFill>
              </a:rPr>
              <a:t> 3 </a:t>
            </a:r>
            <a:endParaRPr lang="en-IN" sz="3600" dirty="0">
              <a:solidFill>
                <a:schemeClr val="bg2"/>
              </a:solidFill>
            </a:endParaRPr>
          </a:p>
        </p:txBody>
      </p:sp>
      <p:sp>
        <p:nvSpPr>
          <p:cNvPr id="16" name="TextBox 15"/>
          <p:cNvSpPr txBox="1"/>
          <p:nvPr/>
        </p:nvSpPr>
        <p:spPr>
          <a:xfrm>
            <a:off x="4495080" y="3466125"/>
            <a:ext cx="10757040" cy="1384995"/>
          </a:xfrm>
          <a:prstGeom prst="rect">
            <a:avLst/>
          </a:prstGeom>
          <a:noFill/>
        </p:spPr>
        <p:txBody>
          <a:bodyPr wrap="square" rtlCol="0">
            <a:spAutoFit/>
          </a:bodyPr>
          <a:lstStyle/>
          <a:p>
            <a:r>
              <a:rPr lang="en-US" sz="6600" spc="-2" dirty="0">
                <a:solidFill>
                  <a:srgbClr val="F3FF36"/>
                </a:solidFill>
                <a:latin typeface="Dela Gothic One"/>
                <a:ea typeface="Dela Gothic One"/>
                <a:cs typeface="Dela Gothic One"/>
                <a:sym typeface="Dela Gothic One"/>
              </a:rPr>
              <a:t>Advance Libraries</a:t>
            </a:r>
          </a:p>
          <a:p>
            <a:endParaRPr lang="en-IN" dirty="0"/>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F4272"/>
        </a:solidFill>
        <a:effectLst/>
      </p:bgPr>
    </p:bg>
    <p:spTree>
      <p:nvGrpSpPr>
        <p:cNvPr id="1" name=""/>
        <p:cNvGrpSpPr/>
        <p:nvPr/>
      </p:nvGrpSpPr>
      <p:grpSpPr>
        <a:xfrm>
          <a:off x="0" y="0"/>
          <a:ext cx="0" cy="0"/>
          <a:chOff x="0" y="0"/>
          <a:chExt cx="0" cy="0"/>
        </a:xfrm>
      </p:grpSpPr>
      <p:sp>
        <p:nvSpPr>
          <p:cNvPr id="2" name="Freeform 2"/>
          <p:cNvSpPr/>
          <p:nvPr/>
        </p:nvSpPr>
        <p:spPr>
          <a:xfrm>
            <a:off x="0" y="0"/>
            <a:ext cx="18287280" cy="10286640"/>
          </a:xfrm>
          <a:custGeom>
            <a:avLst/>
            <a:gdLst/>
            <a:ahLst/>
            <a:cxnLst/>
            <a:rect l="l" t="t" r="r" b="b"/>
            <a:pathLst>
              <a:path w="18287280" h="10286640">
                <a:moveTo>
                  <a:pt x="0" y="0"/>
                </a:moveTo>
                <a:lnTo>
                  <a:pt x="18287280" y="0"/>
                </a:lnTo>
                <a:lnTo>
                  <a:pt x="18287280" y="10286640"/>
                </a:lnTo>
                <a:lnTo>
                  <a:pt x="0" y="10286640"/>
                </a:lnTo>
                <a:lnTo>
                  <a:pt x="0" y="0"/>
                </a:lnTo>
                <a:close/>
              </a:path>
            </a:pathLst>
          </a:custGeom>
          <a:blipFill>
            <a:blip r:embed="rId2">
              <a:alphaModFix amt="40000"/>
            </a:blip>
            <a:stretch>
              <a:fillRect/>
            </a:stretch>
          </a:blipFill>
        </p:spPr>
      </p:sp>
      <p:sp>
        <p:nvSpPr>
          <p:cNvPr id="3" name="Freeform 3"/>
          <p:cNvSpPr/>
          <p:nvPr/>
        </p:nvSpPr>
        <p:spPr>
          <a:xfrm>
            <a:off x="254160" y="-1283040"/>
            <a:ext cx="10170000" cy="10286640"/>
          </a:xfrm>
          <a:custGeom>
            <a:avLst/>
            <a:gdLst/>
            <a:ahLst/>
            <a:cxnLst/>
            <a:rect l="l" t="t" r="r" b="b"/>
            <a:pathLst>
              <a:path w="10170000" h="10286640">
                <a:moveTo>
                  <a:pt x="0" y="0"/>
                </a:moveTo>
                <a:lnTo>
                  <a:pt x="10170000" y="0"/>
                </a:lnTo>
                <a:lnTo>
                  <a:pt x="10170000" y="10286640"/>
                </a:lnTo>
                <a:lnTo>
                  <a:pt x="0" y="10286640"/>
                </a:lnTo>
                <a:lnTo>
                  <a:pt x="0" y="0"/>
                </a:lnTo>
                <a:close/>
              </a:path>
            </a:pathLst>
          </a:custGeom>
          <a:blipFill>
            <a:blip r:embed="rId3"/>
            <a:stretch>
              <a:fillRect l="-1" r="-1"/>
            </a:stretch>
          </a:blipFill>
        </p:spPr>
      </p:sp>
      <p:sp>
        <p:nvSpPr>
          <p:cNvPr id="4" name="Freeform 4"/>
          <p:cNvSpPr/>
          <p:nvPr/>
        </p:nvSpPr>
        <p:spPr>
          <a:xfrm>
            <a:off x="355680" y="-1067040"/>
            <a:ext cx="17576640" cy="12420000"/>
          </a:xfrm>
          <a:custGeom>
            <a:avLst/>
            <a:gdLst/>
            <a:ahLst/>
            <a:cxnLst/>
            <a:rect l="l" t="t" r="r" b="b"/>
            <a:pathLst>
              <a:path w="17576640" h="12420000">
                <a:moveTo>
                  <a:pt x="0" y="0"/>
                </a:moveTo>
                <a:lnTo>
                  <a:pt x="17576640" y="0"/>
                </a:lnTo>
                <a:lnTo>
                  <a:pt x="17576640" y="12420000"/>
                </a:lnTo>
                <a:lnTo>
                  <a:pt x="0" y="12420000"/>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grpSp>
        <p:nvGrpSpPr>
          <p:cNvPr id="5" name="Group 5"/>
          <p:cNvGrpSpPr/>
          <p:nvPr/>
        </p:nvGrpSpPr>
        <p:grpSpPr>
          <a:xfrm>
            <a:off x="2362320" y="2934000"/>
            <a:ext cx="13562640" cy="3294720"/>
            <a:chOff x="0" y="0"/>
            <a:chExt cx="18083520" cy="4392960"/>
          </a:xfrm>
        </p:grpSpPr>
        <p:sp>
          <p:nvSpPr>
            <p:cNvPr id="6" name="Freeform 6"/>
            <p:cNvSpPr/>
            <p:nvPr/>
          </p:nvSpPr>
          <p:spPr>
            <a:xfrm>
              <a:off x="0" y="0"/>
              <a:ext cx="18083519" cy="4392960"/>
            </a:xfrm>
            <a:custGeom>
              <a:avLst/>
              <a:gdLst/>
              <a:ahLst/>
              <a:cxnLst/>
              <a:rect l="l" t="t" r="r" b="b"/>
              <a:pathLst>
                <a:path w="18083519" h="4392960">
                  <a:moveTo>
                    <a:pt x="0" y="0"/>
                  </a:moveTo>
                  <a:lnTo>
                    <a:pt x="18083519" y="0"/>
                  </a:lnTo>
                  <a:lnTo>
                    <a:pt x="18083519" y="4392960"/>
                  </a:lnTo>
                  <a:lnTo>
                    <a:pt x="0" y="4392960"/>
                  </a:lnTo>
                  <a:close/>
                </a:path>
              </a:pathLst>
            </a:custGeom>
            <a:solidFill>
              <a:srgbClr val="000000">
                <a:alpha val="0"/>
              </a:srgbClr>
            </a:solidFill>
          </p:spPr>
        </p:sp>
        <p:sp>
          <p:nvSpPr>
            <p:cNvPr id="7" name="TextBox 7"/>
            <p:cNvSpPr txBox="1"/>
            <p:nvPr/>
          </p:nvSpPr>
          <p:spPr>
            <a:xfrm>
              <a:off x="0" y="0"/>
              <a:ext cx="18083520" cy="4392960"/>
            </a:xfrm>
            <a:prstGeom prst="rect">
              <a:avLst/>
            </a:prstGeom>
          </p:spPr>
          <p:txBody>
            <a:bodyPr lIns="0" tIns="0" rIns="0" bIns="0" rtlCol="0" anchor="b"/>
            <a:lstStyle/>
            <a:p>
              <a:pPr algn="ctr">
                <a:lnSpc>
                  <a:spcPts val="11040"/>
                </a:lnSpc>
              </a:pPr>
              <a:r>
                <a:rPr lang="en-US" sz="9200" spc="-2" dirty="0">
                  <a:solidFill>
                    <a:srgbClr val="F3FF36"/>
                  </a:solidFill>
                  <a:latin typeface="Dela Gothic One"/>
                  <a:ea typeface="Dela Gothic One"/>
                  <a:cs typeface="Dela Gothic One"/>
                  <a:sym typeface="Dela Gothic One"/>
                </a:rPr>
                <a:t>Advance Libraries</a:t>
              </a:r>
            </a:p>
          </p:txBody>
        </p:sp>
      </p:grpSp>
      <p:grpSp>
        <p:nvGrpSpPr>
          <p:cNvPr id="8" name="Group 8"/>
          <p:cNvGrpSpPr/>
          <p:nvPr/>
        </p:nvGrpSpPr>
        <p:grpSpPr>
          <a:xfrm>
            <a:off x="4610160" y="6400800"/>
            <a:ext cx="9048240" cy="951840"/>
            <a:chOff x="0" y="0"/>
            <a:chExt cx="12064320" cy="1269120"/>
          </a:xfrm>
        </p:grpSpPr>
        <p:sp>
          <p:nvSpPr>
            <p:cNvPr id="9" name="Freeform 9"/>
            <p:cNvSpPr/>
            <p:nvPr/>
          </p:nvSpPr>
          <p:spPr>
            <a:xfrm>
              <a:off x="0" y="0"/>
              <a:ext cx="12064320" cy="1269120"/>
            </a:xfrm>
            <a:custGeom>
              <a:avLst/>
              <a:gdLst/>
              <a:ahLst/>
              <a:cxnLst/>
              <a:rect l="l" t="t" r="r" b="b"/>
              <a:pathLst>
                <a:path w="12064320" h="1269120">
                  <a:moveTo>
                    <a:pt x="0" y="0"/>
                  </a:moveTo>
                  <a:lnTo>
                    <a:pt x="12064320" y="0"/>
                  </a:lnTo>
                  <a:lnTo>
                    <a:pt x="12064320" y="1269120"/>
                  </a:lnTo>
                  <a:lnTo>
                    <a:pt x="0" y="1269120"/>
                  </a:lnTo>
                  <a:close/>
                </a:path>
              </a:pathLst>
            </a:custGeom>
            <a:solidFill>
              <a:srgbClr val="000000">
                <a:alpha val="0"/>
              </a:srgbClr>
            </a:solidFill>
          </p:spPr>
        </p:sp>
        <p:sp>
          <p:nvSpPr>
            <p:cNvPr id="10" name="TextBox 10"/>
            <p:cNvSpPr txBox="1"/>
            <p:nvPr/>
          </p:nvSpPr>
          <p:spPr>
            <a:xfrm>
              <a:off x="0" y="0"/>
              <a:ext cx="12064320" cy="1269120"/>
            </a:xfrm>
            <a:prstGeom prst="rect">
              <a:avLst/>
            </a:prstGeom>
          </p:spPr>
          <p:txBody>
            <a:bodyPr lIns="0" tIns="0" rIns="0" bIns="0" rtlCol="0" anchor="t"/>
            <a:lstStyle/>
            <a:p>
              <a:pPr algn="ctr">
                <a:lnSpc>
                  <a:spcPts val="3098"/>
                </a:lnSpc>
              </a:pPr>
              <a:r>
                <a:rPr lang="en-US" sz="2582" b="1" spc="-1">
                  <a:solidFill>
                    <a:srgbClr val="FFFFFF"/>
                  </a:solidFill>
                  <a:latin typeface="Montserrat Medium"/>
                  <a:ea typeface="Montserrat Medium"/>
                  <a:cs typeface="Montserrat Medium"/>
                  <a:sym typeface="Montserrat Medium"/>
                </a:rPr>
                <a:t>Exploring the essential libraries in Python for various applications.</a:t>
              </a:r>
            </a:p>
          </p:txBody>
        </p:sp>
      </p:grpSp>
      <p:sp>
        <p:nvSpPr>
          <p:cNvPr id="11" name="Freeform 11"/>
          <p:cNvSpPr/>
          <p:nvPr/>
        </p:nvSpPr>
        <p:spPr>
          <a:xfrm>
            <a:off x="15109200" y="3326400"/>
            <a:ext cx="644400" cy="645840"/>
          </a:xfrm>
          <a:custGeom>
            <a:avLst/>
            <a:gdLst/>
            <a:ahLst/>
            <a:cxnLst/>
            <a:rect l="l" t="t" r="r" b="b"/>
            <a:pathLst>
              <a:path w="644400" h="645840">
                <a:moveTo>
                  <a:pt x="0" y="0"/>
                </a:moveTo>
                <a:lnTo>
                  <a:pt x="644400" y="0"/>
                </a:lnTo>
                <a:lnTo>
                  <a:pt x="644400" y="645840"/>
                </a:lnTo>
                <a:lnTo>
                  <a:pt x="0" y="645840"/>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12" name="Freeform 12"/>
          <p:cNvSpPr/>
          <p:nvPr/>
        </p:nvSpPr>
        <p:spPr>
          <a:xfrm>
            <a:off x="13672800" y="6395760"/>
            <a:ext cx="434160" cy="434880"/>
          </a:xfrm>
          <a:custGeom>
            <a:avLst/>
            <a:gdLst/>
            <a:ahLst/>
            <a:cxnLst/>
            <a:rect l="l" t="t" r="r" b="b"/>
            <a:pathLst>
              <a:path w="434160" h="434880">
                <a:moveTo>
                  <a:pt x="0" y="0"/>
                </a:moveTo>
                <a:lnTo>
                  <a:pt x="434160" y="0"/>
                </a:lnTo>
                <a:lnTo>
                  <a:pt x="434160" y="434880"/>
                </a:lnTo>
                <a:lnTo>
                  <a:pt x="0" y="434880"/>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sp>
      <p:sp>
        <p:nvSpPr>
          <p:cNvPr id="13" name="Freeform 13"/>
          <p:cNvSpPr/>
          <p:nvPr/>
        </p:nvSpPr>
        <p:spPr>
          <a:xfrm>
            <a:off x="2936880" y="3024000"/>
            <a:ext cx="434160" cy="434880"/>
          </a:xfrm>
          <a:custGeom>
            <a:avLst/>
            <a:gdLst/>
            <a:ahLst/>
            <a:cxnLst/>
            <a:rect l="l" t="t" r="r" b="b"/>
            <a:pathLst>
              <a:path w="434160" h="434880">
                <a:moveTo>
                  <a:pt x="0" y="0"/>
                </a:moveTo>
                <a:lnTo>
                  <a:pt x="434160" y="0"/>
                </a:lnTo>
                <a:lnTo>
                  <a:pt x="434160" y="434880"/>
                </a:lnTo>
                <a:lnTo>
                  <a:pt x="0" y="434880"/>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F4272"/>
        </a:solidFill>
        <a:effectLst/>
      </p:bgPr>
    </p:bg>
    <p:spTree>
      <p:nvGrpSpPr>
        <p:cNvPr id="1" name=""/>
        <p:cNvGrpSpPr/>
        <p:nvPr/>
      </p:nvGrpSpPr>
      <p:grpSpPr>
        <a:xfrm>
          <a:off x="0" y="0"/>
          <a:ext cx="0" cy="0"/>
          <a:chOff x="0" y="0"/>
          <a:chExt cx="0" cy="0"/>
        </a:xfrm>
      </p:grpSpPr>
      <p:sp>
        <p:nvSpPr>
          <p:cNvPr id="2" name="Freeform 2"/>
          <p:cNvSpPr/>
          <p:nvPr/>
        </p:nvSpPr>
        <p:spPr>
          <a:xfrm>
            <a:off x="0" y="0"/>
            <a:ext cx="18287280" cy="10286640"/>
          </a:xfrm>
          <a:custGeom>
            <a:avLst/>
            <a:gdLst/>
            <a:ahLst/>
            <a:cxnLst/>
            <a:rect l="l" t="t" r="r" b="b"/>
            <a:pathLst>
              <a:path w="18287280" h="10286640">
                <a:moveTo>
                  <a:pt x="0" y="0"/>
                </a:moveTo>
                <a:lnTo>
                  <a:pt x="18287280" y="0"/>
                </a:lnTo>
                <a:lnTo>
                  <a:pt x="18287280" y="10286640"/>
                </a:lnTo>
                <a:lnTo>
                  <a:pt x="0" y="10286640"/>
                </a:lnTo>
                <a:lnTo>
                  <a:pt x="0" y="0"/>
                </a:lnTo>
                <a:close/>
              </a:path>
            </a:pathLst>
          </a:custGeom>
          <a:blipFill>
            <a:blip r:embed="rId2">
              <a:alphaModFix amt="40000"/>
            </a:blip>
            <a:stretch>
              <a:fillRect l="-36100" t="-61464" r="-27035" b="-1670"/>
            </a:stretch>
          </a:blipFill>
        </p:spPr>
      </p:sp>
      <p:sp>
        <p:nvSpPr>
          <p:cNvPr id="3" name="Freeform 3"/>
          <p:cNvSpPr/>
          <p:nvPr/>
        </p:nvSpPr>
        <p:spPr>
          <a:xfrm>
            <a:off x="-5451120" y="-1882080"/>
            <a:ext cx="10170000" cy="10286640"/>
          </a:xfrm>
          <a:custGeom>
            <a:avLst/>
            <a:gdLst/>
            <a:ahLst/>
            <a:cxnLst/>
            <a:rect l="l" t="t" r="r" b="b"/>
            <a:pathLst>
              <a:path w="10170000" h="10286640">
                <a:moveTo>
                  <a:pt x="0" y="0"/>
                </a:moveTo>
                <a:lnTo>
                  <a:pt x="10170000" y="0"/>
                </a:lnTo>
                <a:lnTo>
                  <a:pt x="10170000" y="10286640"/>
                </a:lnTo>
                <a:lnTo>
                  <a:pt x="0" y="10286640"/>
                </a:lnTo>
                <a:lnTo>
                  <a:pt x="0" y="0"/>
                </a:lnTo>
                <a:close/>
              </a:path>
            </a:pathLst>
          </a:custGeom>
          <a:blipFill>
            <a:blip r:embed="rId3"/>
            <a:stretch>
              <a:fillRect l="-1" r="-1"/>
            </a:stretch>
          </a:blipFill>
        </p:spPr>
      </p:sp>
      <p:sp>
        <p:nvSpPr>
          <p:cNvPr id="4" name="Freeform 4"/>
          <p:cNvSpPr/>
          <p:nvPr/>
        </p:nvSpPr>
        <p:spPr>
          <a:xfrm>
            <a:off x="7920720" y="5795280"/>
            <a:ext cx="7501680" cy="7276320"/>
          </a:xfrm>
          <a:custGeom>
            <a:avLst/>
            <a:gdLst/>
            <a:ahLst/>
            <a:cxnLst/>
            <a:rect l="l" t="t" r="r" b="b"/>
            <a:pathLst>
              <a:path w="7501680" h="7276320">
                <a:moveTo>
                  <a:pt x="0" y="0"/>
                </a:moveTo>
                <a:lnTo>
                  <a:pt x="7501680" y="0"/>
                </a:lnTo>
                <a:lnTo>
                  <a:pt x="7501680" y="7276320"/>
                </a:lnTo>
                <a:lnTo>
                  <a:pt x="0" y="7276320"/>
                </a:lnTo>
                <a:lnTo>
                  <a:pt x="0" y="0"/>
                </a:lnTo>
                <a:close/>
              </a:path>
            </a:pathLst>
          </a:custGeom>
          <a:blipFill>
            <a:blip r:embed="rId4">
              <a:alphaModFix amt="79000"/>
            </a:blip>
            <a:stretch>
              <a:fillRect t="-2" b="-2"/>
            </a:stretch>
          </a:blipFill>
        </p:spPr>
      </p:sp>
      <p:sp>
        <p:nvSpPr>
          <p:cNvPr id="5" name="Freeform 5"/>
          <p:cNvSpPr/>
          <p:nvPr/>
        </p:nvSpPr>
        <p:spPr>
          <a:xfrm>
            <a:off x="-1070640" y="1080000"/>
            <a:ext cx="20429280" cy="8323200"/>
          </a:xfrm>
          <a:custGeom>
            <a:avLst/>
            <a:gdLst/>
            <a:ahLst/>
            <a:cxnLst/>
            <a:rect l="l" t="t" r="r" b="b"/>
            <a:pathLst>
              <a:path w="20429280" h="8323200">
                <a:moveTo>
                  <a:pt x="0" y="0"/>
                </a:moveTo>
                <a:lnTo>
                  <a:pt x="20429280" y="0"/>
                </a:lnTo>
                <a:lnTo>
                  <a:pt x="20429280" y="8323200"/>
                </a:lnTo>
                <a:lnTo>
                  <a:pt x="0" y="8323200"/>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6" name="Freeform 6"/>
          <p:cNvSpPr/>
          <p:nvPr/>
        </p:nvSpPr>
        <p:spPr>
          <a:xfrm>
            <a:off x="668160" y="2676240"/>
            <a:ext cx="434160" cy="434880"/>
          </a:xfrm>
          <a:custGeom>
            <a:avLst/>
            <a:gdLst/>
            <a:ahLst/>
            <a:cxnLst/>
            <a:rect l="l" t="t" r="r" b="b"/>
            <a:pathLst>
              <a:path w="434160" h="434880">
                <a:moveTo>
                  <a:pt x="0" y="0"/>
                </a:moveTo>
                <a:lnTo>
                  <a:pt x="434160" y="0"/>
                </a:lnTo>
                <a:lnTo>
                  <a:pt x="434160" y="434880"/>
                </a:lnTo>
                <a:lnTo>
                  <a:pt x="0" y="434880"/>
                </a:lnTo>
                <a:lnTo>
                  <a:pt x="0" y="0"/>
                </a:lnTo>
                <a:close/>
              </a:path>
            </a:pathLst>
          </a:custGeom>
          <a:blipFill>
            <a:blip r:embed="rId7">
              <a:extLst>
                <a:ext uri="{96DAC541-7B7A-43D3-8B79-37D633B846F1}">
                  <asvg:svgBlip xmlns:asvg="http://schemas.microsoft.com/office/drawing/2016/SVG/main" xmlns="" r:embed="rId8"/>
                </a:ext>
              </a:extLst>
            </a:blip>
            <a:stretch>
              <a:fillRect/>
            </a:stretch>
          </a:blipFill>
        </p:spPr>
      </p:sp>
      <p:grpSp>
        <p:nvGrpSpPr>
          <p:cNvPr id="7" name="Group 7"/>
          <p:cNvGrpSpPr/>
          <p:nvPr/>
        </p:nvGrpSpPr>
        <p:grpSpPr>
          <a:xfrm>
            <a:off x="1428480" y="1581120"/>
            <a:ext cx="10724400" cy="3237840"/>
            <a:chOff x="0" y="0"/>
            <a:chExt cx="14299200" cy="4317120"/>
          </a:xfrm>
        </p:grpSpPr>
        <p:sp>
          <p:nvSpPr>
            <p:cNvPr id="8" name="Freeform 8"/>
            <p:cNvSpPr/>
            <p:nvPr/>
          </p:nvSpPr>
          <p:spPr>
            <a:xfrm>
              <a:off x="0" y="0"/>
              <a:ext cx="14299200" cy="4317120"/>
            </a:xfrm>
            <a:custGeom>
              <a:avLst/>
              <a:gdLst/>
              <a:ahLst/>
              <a:cxnLst/>
              <a:rect l="l" t="t" r="r" b="b"/>
              <a:pathLst>
                <a:path w="14299200" h="4317120">
                  <a:moveTo>
                    <a:pt x="0" y="0"/>
                  </a:moveTo>
                  <a:lnTo>
                    <a:pt x="14299200" y="0"/>
                  </a:lnTo>
                  <a:lnTo>
                    <a:pt x="14299200" y="4317120"/>
                  </a:lnTo>
                  <a:lnTo>
                    <a:pt x="0" y="4317120"/>
                  </a:lnTo>
                  <a:close/>
                </a:path>
              </a:pathLst>
            </a:custGeom>
            <a:solidFill>
              <a:srgbClr val="000000">
                <a:alpha val="0"/>
              </a:srgbClr>
            </a:solidFill>
          </p:spPr>
        </p:sp>
        <p:sp>
          <p:nvSpPr>
            <p:cNvPr id="9" name="TextBox 9"/>
            <p:cNvSpPr txBox="1"/>
            <p:nvPr/>
          </p:nvSpPr>
          <p:spPr>
            <a:xfrm>
              <a:off x="0" y="0"/>
              <a:ext cx="14299200" cy="4317120"/>
            </a:xfrm>
            <a:prstGeom prst="rect">
              <a:avLst/>
            </a:prstGeom>
          </p:spPr>
          <p:txBody>
            <a:bodyPr lIns="0" tIns="0" rIns="0" bIns="0" rtlCol="0" anchor="b"/>
            <a:lstStyle/>
            <a:p>
              <a:pPr algn="l">
                <a:lnSpc>
                  <a:spcPts val="9600"/>
                </a:lnSpc>
              </a:pPr>
              <a:r>
                <a:rPr lang="en-US" sz="8000" spc="-2">
                  <a:solidFill>
                    <a:srgbClr val="F3FF36"/>
                  </a:solidFill>
                  <a:latin typeface="Dela Gothic One"/>
                  <a:ea typeface="Dela Gothic One"/>
                  <a:cs typeface="Dela Gothic One"/>
                  <a:sym typeface="Dela Gothic One"/>
                </a:rPr>
                <a:t>Introduction</a:t>
              </a:r>
            </a:p>
          </p:txBody>
        </p:sp>
      </p:grpSp>
      <p:grpSp>
        <p:nvGrpSpPr>
          <p:cNvPr id="10" name="Group 10"/>
          <p:cNvGrpSpPr/>
          <p:nvPr/>
        </p:nvGrpSpPr>
        <p:grpSpPr>
          <a:xfrm>
            <a:off x="1428480" y="4819680"/>
            <a:ext cx="10724400" cy="4057200"/>
            <a:chOff x="0" y="0"/>
            <a:chExt cx="14299200" cy="5409600"/>
          </a:xfrm>
        </p:grpSpPr>
        <p:sp>
          <p:nvSpPr>
            <p:cNvPr id="11" name="Freeform 11"/>
            <p:cNvSpPr/>
            <p:nvPr/>
          </p:nvSpPr>
          <p:spPr>
            <a:xfrm>
              <a:off x="0" y="0"/>
              <a:ext cx="14299200" cy="5409600"/>
            </a:xfrm>
            <a:custGeom>
              <a:avLst/>
              <a:gdLst/>
              <a:ahLst/>
              <a:cxnLst/>
              <a:rect l="l" t="t" r="r" b="b"/>
              <a:pathLst>
                <a:path w="14299200" h="5409600">
                  <a:moveTo>
                    <a:pt x="0" y="0"/>
                  </a:moveTo>
                  <a:lnTo>
                    <a:pt x="14299200" y="0"/>
                  </a:lnTo>
                  <a:lnTo>
                    <a:pt x="14299200" y="5409600"/>
                  </a:lnTo>
                  <a:lnTo>
                    <a:pt x="0" y="5409600"/>
                  </a:lnTo>
                  <a:close/>
                </a:path>
              </a:pathLst>
            </a:custGeom>
            <a:solidFill>
              <a:srgbClr val="000000">
                <a:alpha val="0"/>
              </a:srgbClr>
            </a:solidFill>
          </p:spPr>
        </p:sp>
        <p:sp>
          <p:nvSpPr>
            <p:cNvPr id="12" name="TextBox 12"/>
            <p:cNvSpPr txBox="1"/>
            <p:nvPr/>
          </p:nvSpPr>
          <p:spPr>
            <a:xfrm>
              <a:off x="0" y="0"/>
              <a:ext cx="14299200" cy="5409600"/>
            </a:xfrm>
            <a:prstGeom prst="rect">
              <a:avLst/>
            </a:prstGeom>
          </p:spPr>
          <p:txBody>
            <a:bodyPr lIns="0" tIns="0" rIns="0" bIns="0" rtlCol="0" anchor="t"/>
            <a:lstStyle/>
            <a:p>
              <a:pPr algn="l">
                <a:lnSpc>
                  <a:spcPts val="3840"/>
                </a:lnSpc>
              </a:pPr>
              <a:r>
                <a:rPr lang="en-US" sz="3200" b="1" spc="-2">
                  <a:solidFill>
                    <a:srgbClr val="FFFFFF"/>
                  </a:solidFill>
                  <a:latin typeface="Montserrat Medium"/>
                  <a:ea typeface="Montserrat Medium"/>
                  <a:cs typeface="Montserrat Medium"/>
                  <a:sym typeface="Montserrat Medium"/>
                </a:rPr>
                <a:t>This presentation covers the various types of libraries in Python, focusing on popular libraries, their installation, and use cases.</a:t>
              </a:r>
            </a:p>
          </p:txBody>
        </p:sp>
      </p:grpSp>
      <p:sp>
        <p:nvSpPr>
          <p:cNvPr id="13" name="Freeform 13"/>
          <p:cNvSpPr/>
          <p:nvPr/>
        </p:nvSpPr>
        <p:spPr>
          <a:xfrm>
            <a:off x="11926080" y="3430080"/>
            <a:ext cx="1577520" cy="1604880"/>
          </a:xfrm>
          <a:custGeom>
            <a:avLst/>
            <a:gdLst/>
            <a:ahLst/>
            <a:cxnLst/>
            <a:rect l="l" t="t" r="r" b="b"/>
            <a:pathLst>
              <a:path w="1577520" h="1604880">
                <a:moveTo>
                  <a:pt x="0" y="0"/>
                </a:moveTo>
                <a:lnTo>
                  <a:pt x="1577520" y="0"/>
                </a:lnTo>
                <a:lnTo>
                  <a:pt x="1577520" y="1604880"/>
                </a:lnTo>
                <a:lnTo>
                  <a:pt x="0" y="1604880"/>
                </a:lnTo>
                <a:lnTo>
                  <a:pt x="0" y="0"/>
                </a:lnTo>
                <a:close/>
              </a:path>
            </a:pathLst>
          </a:custGeom>
          <a:blipFill>
            <a:blip r:embed="rId9">
              <a:extLst>
                <a:ext uri="{96DAC541-7B7A-43D3-8B79-37D633B846F1}">
                  <asvg:svgBlip xmlns:asvg="http://schemas.microsoft.com/office/drawing/2016/SVG/main" xmlns="" r:embed="rId10"/>
                </a:ext>
              </a:extLst>
            </a:blip>
            <a:stretch>
              <a:fillRect/>
            </a:stretch>
          </a:blipFill>
        </p:spPr>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F4272"/>
        </a:solidFill>
        <a:effectLst/>
      </p:bgPr>
    </p:bg>
    <p:spTree>
      <p:nvGrpSpPr>
        <p:cNvPr id="1" name=""/>
        <p:cNvGrpSpPr/>
        <p:nvPr/>
      </p:nvGrpSpPr>
      <p:grpSpPr>
        <a:xfrm>
          <a:off x="0" y="0"/>
          <a:ext cx="0" cy="0"/>
          <a:chOff x="0" y="0"/>
          <a:chExt cx="0" cy="0"/>
        </a:xfrm>
      </p:grpSpPr>
      <p:sp>
        <p:nvSpPr>
          <p:cNvPr id="2" name="Freeform 2"/>
          <p:cNvSpPr/>
          <p:nvPr/>
        </p:nvSpPr>
        <p:spPr>
          <a:xfrm>
            <a:off x="0" y="0"/>
            <a:ext cx="18287280" cy="10286640"/>
          </a:xfrm>
          <a:custGeom>
            <a:avLst/>
            <a:gdLst/>
            <a:ahLst/>
            <a:cxnLst/>
            <a:rect l="l" t="t" r="r" b="b"/>
            <a:pathLst>
              <a:path w="18287280" h="10286640">
                <a:moveTo>
                  <a:pt x="0" y="0"/>
                </a:moveTo>
                <a:lnTo>
                  <a:pt x="18287280" y="0"/>
                </a:lnTo>
                <a:lnTo>
                  <a:pt x="18287280" y="10286640"/>
                </a:lnTo>
                <a:lnTo>
                  <a:pt x="0" y="10286640"/>
                </a:lnTo>
                <a:lnTo>
                  <a:pt x="0" y="0"/>
                </a:lnTo>
                <a:close/>
              </a:path>
            </a:pathLst>
          </a:custGeom>
          <a:blipFill>
            <a:blip r:embed="rId2">
              <a:alphaModFix amt="40000"/>
            </a:blip>
            <a:stretch>
              <a:fillRect l="-36100" t="-61464" r="-27035" b="-1670"/>
            </a:stretch>
          </a:blipFill>
        </p:spPr>
      </p:sp>
      <p:sp>
        <p:nvSpPr>
          <p:cNvPr id="3" name="Freeform 3"/>
          <p:cNvSpPr/>
          <p:nvPr/>
        </p:nvSpPr>
        <p:spPr>
          <a:xfrm>
            <a:off x="-5451120" y="-1882080"/>
            <a:ext cx="10170000" cy="10286640"/>
          </a:xfrm>
          <a:custGeom>
            <a:avLst/>
            <a:gdLst/>
            <a:ahLst/>
            <a:cxnLst/>
            <a:rect l="l" t="t" r="r" b="b"/>
            <a:pathLst>
              <a:path w="10170000" h="10286640">
                <a:moveTo>
                  <a:pt x="0" y="0"/>
                </a:moveTo>
                <a:lnTo>
                  <a:pt x="10170000" y="0"/>
                </a:lnTo>
                <a:lnTo>
                  <a:pt x="10170000" y="10286640"/>
                </a:lnTo>
                <a:lnTo>
                  <a:pt x="0" y="10286640"/>
                </a:lnTo>
                <a:lnTo>
                  <a:pt x="0" y="0"/>
                </a:lnTo>
                <a:close/>
              </a:path>
            </a:pathLst>
          </a:custGeom>
          <a:blipFill>
            <a:blip r:embed="rId3"/>
            <a:stretch>
              <a:fillRect l="-1" r="-1"/>
            </a:stretch>
          </a:blipFill>
        </p:spPr>
      </p:sp>
      <p:sp>
        <p:nvSpPr>
          <p:cNvPr id="4" name="Freeform 4"/>
          <p:cNvSpPr/>
          <p:nvPr/>
        </p:nvSpPr>
        <p:spPr>
          <a:xfrm>
            <a:off x="7920720" y="5795280"/>
            <a:ext cx="7501680" cy="7276320"/>
          </a:xfrm>
          <a:custGeom>
            <a:avLst/>
            <a:gdLst/>
            <a:ahLst/>
            <a:cxnLst/>
            <a:rect l="l" t="t" r="r" b="b"/>
            <a:pathLst>
              <a:path w="7501680" h="7276320">
                <a:moveTo>
                  <a:pt x="0" y="0"/>
                </a:moveTo>
                <a:lnTo>
                  <a:pt x="7501680" y="0"/>
                </a:lnTo>
                <a:lnTo>
                  <a:pt x="7501680" y="7276320"/>
                </a:lnTo>
                <a:lnTo>
                  <a:pt x="0" y="7276320"/>
                </a:lnTo>
                <a:lnTo>
                  <a:pt x="0" y="0"/>
                </a:lnTo>
                <a:close/>
              </a:path>
            </a:pathLst>
          </a:custGeom>
          <a:blipFill>
            <a:blip r:embed="rId4">
              <a:alphaModFix amt="79000"/>
            </a:blip>
            <a:stretch>
              <a:fillRect t="-2" b="-2"/>
            </a:stretch>
          </a:blipFill>
        </p:spPr>
      </p:sp>
      <p:sp>
        <p:nvSpPr>
          <p:cNvPr id="5" name="Freeform 5"/>
          <p:cNvSpPr/>
          <p:nvPr/>
        </p:nvSpPr>
        <p:spPr>
          <a:xfrm>
            <a:off x="-1070640" y="1080000"/>
            <a:ext cx="20429280" cy="8323200"/>
          </a:xfrm>
          <a:custGeom>
            <a:avLst/>
            <a:gdLst/>
            <a:ahLst/>
            <a:cxnLst/>
            <a:rect l="l" t="t" r="r" b="b"/>
            <a:pathLst>
              <a:path w="20429280" h="8323200">
                <a:moveTo>
                  <a:pt x="0" y="0"/>
                </a:moveTo>
                <a:lnTo>
                  <a:pt x="20429280" y="0"/>
                </a:lnTo>
                <a:lnTo>
                  <a:pt x="20429280" y="8323200"/>
                </a:lnTo>
                <a:lnTo>
                  <a:pt x="0" y="8323200"/>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6" name="Freeform 6"/>
          <p:cNvSpPr/>
          <p:nvPr/>
        </p:nvSpPr>
        <p:spPr>
          <a:xfrm>
            <a:off x="668160" y="2676240"/>
            <a:ext cx="434160" cy="434880"/>
          </a:xfrm>
          <a:custGeom>
            <a:avLst/>
            <a:gdLst/>
            <a:ahLst/>
            <a:cxnLst/>
            <a:rect l="l" t="t" r="r" b="b"/>
            <a:pathLst>
              <a:path w="434160" h="434880">
                <a:moveTo>
                  <a:pt x="0" y="0"/>
                </a:moveTo>
                <a:lnTo>
                  <a:pt x="434160" y="0"/>
                </a:lnTo>
                <a:lnTo>
                  <a:pt x="434160" y="434880"/>
                </a:lnTo>
                <a:lnTo>
                  <a:pt x="0" y="434880"/>
                </a:lnTo>
                <a:lnTo>
                  <a:pt x="0" y="0"/>
                </a:lnTo>
                <a:close/>
              </a:path>
            </a:pathLst>
          </a:custGeom>
          <a:blipFill>
            <a:blip r:embed="rId7">
              <a:extLst>
                <a:ext uri="{96DAC541-7B7A-43D3-8B79-37D633B846F1}">
                  <asvg:svgBlip xmlns:asvg="http://schemas.microsoft.com/office/drawing/2016/SVG/main" xmlns="" r:embed="rId8"/>
                </a:ext>
              </a:extLst>
            </a:blip>
            <a:stretch>
              <a:fillRect/>
            </a:stretch>
          </a:blipFill>
        </p:spPr>
      </p:sp>
      <p:grpSp>
        <p:nvGrpSpPr>
          <p:cNvPr id="7" name="Group 7"/>
          <p:cNvGrpSpPr/>
          <p:nvPr/>
        </p:nvGrpSpPr>
        <p:grpSpPr>
          <a:xfrm>
            <a:off x="1428480" y="1581120"/>
            <a:ext cx="10724400" cy="3237840"/>
            <a:chOff x="0" y="0"/>
            <a:chExt cx="14299200" cy="4317120"/>
          </a:xfrm>
        </p:grpSpPr>
        <p:sp>
          <p:nvSpPr>
            <p:cNvPr id="8" name="Freeform 8"/>
            <p:cNvSpPr/>
            <p:nvPr/>
          </p:nvSpPr>
          <p:spPr>
            <a:xfrm>
              <a:off x="0" y="0"/>
              <a:ext cx="14299200" cy="4317120"/>
            </a:xfrm>
            <a:custGeom>
              <a:avLst/>
              <a:gdLst/>
              <a:ahLst/>
              <a:cxnLst/>
              <a:rect l="l" t="t" r="r" b="b"/>
              <a:pathLst>
                <a:path w="14299200" h="4317120">
                  <a:moveTo>
                    <a:pt x="0" y="0"/>
                  </a:moveTo>
                  <a:lnTo>
                    <a:pt x="14299200" y="0"/>
                  </a:lnTo>
                  <a:lnTo>
                    <a:pt x="14299200" y="4317120"/>
                  </a:lnTo>
                  <a:lnTo>
                    <a:pt x="0" y="4317120"/>
                  </a:lnTo>
                  <a:close/>
                </a:path>
              </a:pathLst>
            </a:custGeom>
            <a:solidFill>
              <a:srgbClr val="000000">
                <a:alpha val="0"/>
              </a:srgbClr>
            </a:solidFill>
          </p:spPr>
        </p:sp>
        <p:sp>
          <p:nvSpPr>
            <p:cNvPr id="9" name="TextBox 9"/>
            <p:cNvSpPr txBox="1"/>
            <p:nvPr/>
          </p:nvSpPr>
          <p:spPr>
            <a:xfrm>
              <a:off x="0" y="0"/>
              <a:ext cx="14299200" cy="4317120"/>
            </a:xfrm>
            <a:prstGeom prst="rect">
              <a:avLst/>
            </a:prstGeom>
          </p:spPr>
          <p:txBody>
            <a:bodyPr lIns="0" tIns="0" rIns="0" bIns="0" rtlCol="0" anchor="b"/>
            <a:lstStyle/>
            <a:p>
              <a:pPr algn="l">
                <a:lnSpc>
                  <a:spcPts val="9600"/>
                </a:lnSpc>
              </a:pPr>
              <a:r>
                <a:rPr lang="en-US" sz="8000" spc="-2">
                  <a:solidFill>
                    <a:srgbClr val="F3FF36"/>
                  </a:solidFill>
                  <a:latin typeface="Dela Gothic One"/>
                  <a:ea typeface="Dela Gothic One"/>
                  <a:cs typeface="Dela Gothic One"/>
                  <a:sym typeface="Dela Gothic One"/>
                </a:rPr>
                <a:t>Standard Libraries</a:t>
              </a:r>
            </a:p>
          </p:txBody>
        </p:sp>
      </p:grpSp>
      <p:grpSp>
        <p:nvGrpSpPr>
          <p:cNvPr id="10" name="Group 10"/>
          <p:cNvGrpSpPr/>
          <p:nvPr/>
        </p:nvGrpSpPr>
        <p:grpSpPr>
          <a:xfrm>
            <a:off x="1428480" y="4819680"/>
            <a:ext cx="10724400" cy="4057200"/>
            <a:chOff x="0" y="0"/>
            <a:chExt cx="14299200" cy="5409600"/>
          </a:xfrm>
        </p:grpSpPr>
        <p:sp>
          <p:nvSpPr>
            <p:cNvPr id="11" name="Freeform 11"/>
            <p:cNvSpPr/>
            <p:nvPr/>
          </p:nvSpPr>
          <p:spPr>
            <a:xfrm>
              <a:off x="0" y="0"/>
              <a:ext cx="14299200" cy="5409600"/>
            </a:xfrm>
            <a:custGeom>
              <a:avLst/>
              <a:gdLst/>
              <a:ahLst/>
              <a:cxnLst/>
              <a:rect l="l" t="t" r="r" b="b"/>
              <a:pathLst>
                <a:path w="14299200" h="5409600">
                  <a:moveTo>
                    <a:pt x="0" y="0"/>
                  </a:moveTo>
                  <a:lnTo>
                    <a:pt x="14299200" y="0"/>
                  </a:lnTo>
                  <a:lnTo>
                    <a:pt x="14299200" y="5409600"/>
                  </a:lnTo>
                  <a:lnTo>
                    <a:pt x="0" y="5409600"/>
                  </a:lnTo>
                  <a:close/>
                </a:path>
              </a:pathLst>
            </a:custGeom>
            <a:solidFill>
              <a:srgbClr val="000000">
                <a:alpha val="0"/>
              </a:srgbClr>
            </a:solidFill>
          </p:spPr>
        </p:sp>
        <p:sp>
          <p:nvSpPr>
            <p:cNvPr id="12" name="TextBox 12"/>
            <p:cNvSpPr txBox="1"/>
            <p:nvPr/>
          </p:nvSpPr>
          <p:spPr>
            <a:xfrm>
              <a:off x="0" y="0"/>
              <a:ext cx="14299200" cy="5409600"/>
            </a:xfrm>
            <a:prstGeom prst="rect">
              <a:avLst/>
            </a:prstGeom>
          </p:spPr>
          <p:txBody>
            <a:bodyPr lIns="0" tIns="0" rIns="0" bIns="0" rtlCol="0" anchor="t"/>
            <a:lstStyle/>
            <a:p>
              <a:pPr algn="l">
                <a:lnSpc>
                  <a:spcPts val="3840"/>
                </a:lnSpc>
              </a:pPr>
              <a:r>
                <a:rPr lang="en-US" sz="3200" b="1" spc="-2">
                  <a:solidFill>
                    <a:srgbClr val="FFFFFF"/>
                  </a:solidFill>
                  <a:latin typeface="Montserrat Medium"/>
                  <a:ea typeface="Montserrat Medium"/>
                  <a:cs typeface="Montserrat Medium"/>
                  <a:sym typeface="Montserrat Medium"/>
                </a:rPr>
                <a:t>Standard libraries include modules that come bundled with Python and provide core functionalities like file I/O, system commands, math operations, and more. Examples include os, sys, and math.</a:t>
              </a:r>
            </a:p>
          </p:txBody>
        </p:sp>
      </p:grpSp>
      <p:sp>
        <p:nvSpPr>
          <p:cNvPr id="13" name="Freeform 13"/>
          <p:cNvSpPr/>
          <p:nvPr/>
        </p:nvSpPr>
        <p:spPr>
          <a:xfrm>
            <a:off x="11926080" y="3430080"/>
            <a:ext cx="1577520" cy="1604880"/>
          </a:xfrm>
          <a:custGeom>
            <a:avLst/>
            <a:gdLst/>
            <a:ahLst/>
            <a:cxnLst/>
            <a:rect l="l" t="t" r="r" b="b"/>
            <a:pathLst>
              <a:path w="1577520" h="1604880">
                <a:moveTo>
                  <a:pt x="0" y="0"/>
                </a:moveTo>
                <a:lnTo>
                  <a:pt x="1577520" y="0"/>
                </a:lnTo>
                <a:lnTo>
                  <a:pt x="1577520" y="1604880"/>
                </a:lnTo>
                <a:lnTo>
                  <a:pt x="0" y="1604880"/>
                </a:lnTo>
                <a:lnTo>
                  <a:pt x="0" y="0"/>
                </a:lnTo>
                <a:close/>
              </a:path>
            </a:pathLst>
          </a:custGeom>
          <a:blipFill>
            <a:blip r:embed="rId9">
              <a:extLst>
                <a:ext uri="{96DAC541-7B7A-43D3-8B79-37D633B846F1}">
                  <asvg:svgBlip xmlns:asvg="http://schemas.microsoft.com/office/drawing/2016/SVG/main" xmlns="" r:embed="rId10"/>
                </a:ext>
              </a:extLst>
            </a:blip>
            <a:stretch>
              <a:fillRect/>
            </a:stretch>
          </a:blipFill>
        </p:spPr>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F4272"/>
        </a:solidFill>
        <a:effectLst/>
      </p:bgPr>
    </p:bg>
    <p:spTree>
      <p:nvGrpSpPr>
        <p:cNvPr id="1" name=""/>
        <p:cNvGrpSpPr/>
        <p:nvPr/>
      </p:nvGrpSpPr>
      <p:grpSpPr>
        <a:xfrm>
          <a:off x="0" y="0"/>
          <a:ext cx="0" cy="0"/>
          <a:chOff x="0" y="0"/>
          <a:chExt cx="0" cy="0"/>
        </a:xfrm>
      </p:grpSpPr>
      <p:sp>
        <p:nvSpPr>
          <p:cNvPr id="2" name="Freeform 2"/>
          <p:cNvSpPr/>
          <p:nvPr/>
        </p:nvSpPr>
        <p:spPr>
          <a:xfrm>
            <a:off x="0" y="0"/>
            <a:ext cx="18287280" cy="10286640"/>
          </a:xfrm>
          <a:custGeom>
            <a:avLst/>
            <a:gdLst/>
            <a:ahLst/>
            <a:cxnLst/>
            <a:rect l="l" t="t" r="r" b="b"/>
            <a:pathLst>
              <a:path w="18287280" h="10286640">
                <a:moveTo>
                  <a:pt x="0" y="0"/>
                </a:moveTo>
                <a:lnTo>
                  <a:pt x="18287280" y="0"/>
                </a:lnTo>
                <a:lnTo>
                  <a:pt x="18287280" y="10286640"/>
                </a:lnTo>
                <a:lnTo>
                  <a:pt x="0" y="10286640"/>
                </a:lnTo>
                <a:lnTo>
                  <a:pt x="0" y="0"/>
                </a:lnTo>
                <a:close/>
              </a:path>
            </a:pathLst>
          </a:custGeom>
          <a:blipFill>
            <a:blip r:embed="rId2">
              <a:alphaModFix amt="40000"/>
            </a:blip>
            <a:stretch>
              <a:fillRect/>
            </a:stretch>
          </a:blipFill>
        </p:spPr>
      </p:sp>
      <p:sp>
        <p:nvSpPr>
          <p:cNvPr id="3" name="Freeform 3"/>
          <p:cNvSpPr/>
          <p:nvPr/>
        </p:nvSpPr>
        <p:spPr>
          <a:xfrm>
            <a:off x="0" y="-3844080"/>
            <a:ext cx="7501680" cy="7276320"/>
          </a:xfrm>
          <a:custGeom>
            <a:avLst/>
            <a:gdLst/>
            <a:ahLst/>
            <a:cxnLst/>
            <a:rect l="l" t="t" r="r" b="b"/>
            <a:pathLst>
              <a:path w="7501680" h="7276320">
                <a:moveTo>
                  <a:pt x="0" y="0"/>
                </a:moveTo>
                <a:lnTo>
                  <a:pt x="7501680" y="0"/>
                </a:lnTo>
                <a:lnTo>
                  <a:pt x="7501680" y="7276320"/>
                </a:lnTo>
                <a:lnTo>
                  <a:pt x="0" y="7276320"/>
                </a:lnTo>
                <a:lnTo>
                  <a:pt x="0" y="0"/>
                </a:lnTo>
                <a:close/>
              </a:path>
            </a:pathLst>
          </a:custGeom>
          <a:blipFill>
            <a:blip r:embed="rId3">
              <a:alphaModFix amt="79000"/>
            </a:blip>
            <a:stretch>
              <a:fillRect t="-2" b="-2"/>
            </a:stretch>
          </a:blipFill>
        </p:spPr>
      </p:sp>
      <p:sp>
        <p:nvSpPr>
          <p:cNvPr id="4" name="Freeform 4"/>
          <p:cNvSpPr/>
          <p:nvPr/>
        </p:nvSpPr>
        <p:spPr>
          <a:xfrm>
            <a:off x="355680" y="9208080"/>
            <a:ext cx="17576640" cy="2144880"/>
          </a:xfrm>
          <a:custGeom>
            <a:avLst/>
            <a:gdLst/>
            <a:ahLst/>
            <a:cxnLst/>
            <a:rect l="l" t="t" r="r" b="b"/>
            <a:pathLst>
              <a:path w="17576640" h="2144880">
                <a:moveTo>
                  <a:pt x="0" y="0"/>
                </a:moveTo>
                <a:lnTo>
                  <a:pt x="17576640" y="0"/>
                </a:lnTo>
                <a:lnTo>
                  <a:pt x="17576640" y="2144880"/>
                </a:lnTo>
                <a:lnTo>
                  <a:pt x="0" y="2144880"/>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5" name="Freeform 5"/>
          <p:cNvSpPr/>
          <p:nvPr/>
        </p:nvSpPr>
        <p:spPr>
          <a:xfrm>
            <a:off x="629280" y="7784640"/>
            <a:ext cx="14505120" cy="2301840"/>
          </a:xfrm>
          <a:custGeom>
            <a:avLst/>
            <a:gdLst/>
            <a:ahLst/>
            <a:cxnLst/>
            <a:rect l="l" t="t" r="r" b="b"/>
            <a:pathLst>
              <a:path w="14505120" h="2301840">
                <a:moveTo>
                  <a:pt x="0" y="0"/>
                </a:moveTo>
                <a:lnTo>
                  <a:pt x="14505120" y="0"/>
                </a:lnTo>
                <a:lnTo>
                  <a:pt x="14505120" y="2301840"/>
                </a:lnTo>
                <a:lnTo>
                  <a:pt x="0" y="2301840"/>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grpSp>
        <p:nvGrpSpPr>
          <p:cNvPr id="6" name="Group 6"/>
          <p:cNvGrpSpPr/>
          <p:nvPr/>
        </p:nvGrpSpPr>
        <p:grpSpPr>
          <a:xfrm>
            <a:off x="11320950" y="2365590"/>
            <a:ext cx="5558340" cy="5554740"/>
            <a:chOff x="0" y="0"/>
            <a:chExt cx="7411120" cy="7406320"/>
          </a:xfrm>
        </p:grpSpPr>
        <p:sp>
          <p:nvSpPr>
            <p:cNvPr id="7" name="Freeform 7"/>
            <p:cNvSpPr/>
            <p:nvPr/>
          </p:nvSpPr>
          <p:spPr>
            <a:xfrm>
              <a:off x="25400" y="25400"/>
              <a:ext cx="7360285" cy="7355459"/>
            </a:xfrm>
            <a:custGeom>
              <a:avLst/>
              <a:gdLst/>
              <a:ahLst/>
              <a:cxnLst/>
              <a:rect l="l" t="t" r="r" b="b"/>
              <a:pathLst>
                <a:path w="7360285" h="7355459">
                  <a:moveTo>
                    <a:pt x="0" y="3677793"/>
                  </a:moveTo>
                  <a:cubicBezTo>
                    <a:pt x="0" y="1646555"/>
                    <a:pt x="1647698" y="0"/>
                    <a:pt x="3680206" y="0"/>
                  </a:cubicBezTo>
                  <a:cubicBezTo>
                    <a:pt x="5712714" y="0"/>
                    <a:pt x="7360285" y="1646555"/>
                    <a:pt x="7360285" y="3677793"/>
                  </a:cubicBezTo>
                  <a:cubicBezTo>
                    <a:pt x="7360285" y="5709031"/>
                    <a:pt x="5712714" y="7355459"/>
                    <a:pt x="3680206" y="7355459"/>
                  </a:cubicBezTo>
                  <a:cubicBezTo>
                    <a:pt x="1647698" y="7355459"/>
                    <a:pt x="0" y="5708904"/>
                    <a:pt x="0" y="3677793"/>
                  </a:cubicBezTo>
                  <a:close/>
                </a:path>
              </a:pathLst>
            </a:custGeom>
            <a:blipFill>
              <a:blip r:embed="rId8"/>
              <a:stretch>
                <a:fillRect l="-462" t="-345" r="-463" b="-346"/>
              </a:stretch>
            </a:blipFill>
          </p:spPr>
        </p:sp>
        <p:sp>
          <p:nvSpPr>
            <p:cNvPr id="8" name="Freeform 8"/>
            <p:cNvSpPr/>
            <p:nvPr/>
          </p:nvSpPr>
          <p:spPr>
            <a:xfrm>
              <a:off x="0" y="0"/>
              <a:ext cx="7411085" cy="7406259"/>
            </a:xfrm>
            <a:custGeom>
              <a:avLst/>
              <a:gdLst/>
              <a:ahLst/>
              <a:cxnLst/>
              <a:rect l="l" t="t" r="r" b="b"/>
              <a:pathLst>
                <a:path w="7411085" h="7406259">
                  <a:moveTo>
                    <a:pt x="0" y="3703193"/>
                  </a:moveTo>
                  <a:cubicBezTo>
                    <a:pt x="0" y="1657985"/>
                    <a:pt x="1659001" y="0"/>
                    <a:pt x="3705606" y="0"/>
                  </a:cubicBezTo>
                  <a:lnTo>
                    <a:pt x="3705606" y="25400"/>
                  </a:lnTo>
                  <a:lnTo>
                    <a:pt x="3705606" y="0"/>
                  </a:lnTo>
                  <a:cubicBezTo>
                    <a:pt x="5752084" y="0"/>
                    <a:pt x="7411085" y="1657985"/>
                    <a:pt x="7411085" y="3703193"/>
                  </a:cubicBezTo>
                  <a:cubicBezTo>
                    <a:pt x="7411085" y="5748401"/>
                    <a:pt x="5752084" y="7406259"/>
                    <a:pt x="3705606" y="7406259"/>
                  </a:cubicBezTo>
                  <a:lnTo>
                    <a:pt x="3705606" y="7380859"/>
                  </a:lnTo>
                  <a:lnTo>
                    <a:pt x="3705606" y="7406259"/>
                  </a:lnTo>
                  <a:cubicBezTo>
                    <a:pt x="1659001" y="7406259"/>
                    <a:pt x="0" y="5748401"/>
                    <a:pt x="0" y="3703193"/>
                  </a:cubicBezTo>
                  <a:lnTo>
                    <a:pt x="25400" y="3703193"/>
                  </a:lnTo>
                  <a:lnTo>
                    <a:pt x="46736" y="3716909"/>
                  </a:lnTo>
                  <a:cubicBezTo>
                    <a:pt x="40640" y="3726434"/>
                    <a:pt x="29083" y="3730752"/>
                    <a:pt x="18161" y="3727577"/>
                  </a:cubicBezTo>
                  <a:cubicBezTo>
                    <a:pt x="7239" y="3724402"/>
                    <a:pt x="0" y="3714496"/>
                    <a:pt x="0" y="3703193"/>
                  </a:cubicBezTo>
                  <a:moveTo>
                    <a:pt x="50800" y="3703193"/>
                  </a:moveTo>
                  <a:lnTo>
                    <a:pt x="25400" y="3703193"/>
                  </a:lnTo>
                  <a:lnTo>
                    <a:pt x="4064" y="3689477"/>
                  </a:lnTo>
                  <a:cubicBezTo>
                    <a:pt x="10160" y="3679952"/>
                    <a:pt x="21717" y="3675634"/>
                    <a:pt x="32639" y="3678809"/>
                  </a:cubicBezTo>
                  <a:cubicBezTo>
                    <a:pt x="43561" y="3681984"/>
                    <a:pt x="50800" y="3691890"/>
                    <a:pt x="50800" y="3703193"/>
                  </a:cubicBezTo>
                  <a:cubicBezTo>
                    <a:pt x="50800" y="5720334"/>
                    <a:pt x="1687068" y="7355459"/>
                    <a:pt x="3705606" y="7355459"/>
                  </a:cubicBezTo>
                  <a:cubicBezTo>
                    <a:pt x="5724144" y="7355459"/>
                    <a:pt x="7360285" y="5720334"/>
                    <a:pt x="7360285" y="3703193"/>
                  </a:cubicBezTo>
                  <a:lnTo>
                    <a:pt x="7385685" y="3703193"/>
                  </a:lnTo>
                  <a:lnTo>
                    <a:pt x="7360285" y="3703193"/>
                  </a:lnTo>
                  <a:cubicBezTo>
                    <a:pt x="7360285" y="1686052"/>
                    <a:pt x="5724017" y="50800"/>
                    <a:pt x="3705606" y="50800"/>
                  </a:cubicBezTo>
                  <a:lnTo>
                    <a:pt x="3705606" y="25400"/>
                  </a:lnTo>
                  <a:lnTo>
                    <a:pt x="3705606" y="50800"/>
                  </a:lnTo>
                  <a:cubicBezTo>
                    <a:pt x="1687068" y="50800"/>
                    <a:pt x="50800" y="1686052"/>
                    <a:pt x="50800" y="3703193"/>
                  </a:cubicBezTo>
                  <a:close/>
                </a:path>
              </a:pathLst>
            </a:custGeom>
            <a:solidFill>
              <a:srgbClr val="F3FF36"/>
            </a:solidFill>
          </p:spPr>
        </p:sp>
      </p:grpSp>
      <p:grpSp>
        <p:nvGrpSpPr>
          <p:cNvPr id="9" name="Group 9"/>
          <p:cNvGrpSpPr/>
          <p:nvPr/>
        </p:nvGrpSpPr>
        <p:grpSpPr>
          <a:xfrm>
            <a:off x="1428480" y="3085920"/>
            <a:ext cx="9638640" cy="2323440"/>
            <a:chOff x="0" y="0"/>
            <a:chExt cx="12851520" cy="3097920"/>
          </a:xfrm>
        </p:grpSpPr>
        <p:sp>
          <p:nvSpPr>
            <p:cNvPr id="10" name="Freeform 10"/>
            <p:cNvSpPr/>
            <p:nvPr/>
          </p:nvSpPr>
          <p:spPr>
            <a:xfrm>
              <a:off x="0" y="0"/>
              <a:ext cx="12851520" cy="3097920"/>
            </a:xfrm>
            <a:custGeom>
              <a:avLst/>
              <a:gdLst/>
              <a:ahLst/>
              <a:cxnLst/>
              <a:rect l="l" t="t" r="r" b="b"/>
              <a:pathLst>
                <a:path w="12851520" h="3097920">
                  <a:moveTo>
                    <a:pt x="0" y="0"/>
                  </a:moveTo>
                  <a:lnTo>
                    <a:pt x="12851520" y="0"/>
                  </a:lnTo>
                  <a:lnTo>
                    <a:pt x="12851520" y="3097920"/>
                  </a:lnTo>
                  <a:lnTo>
                    <a:pt x="0" y="3097920"/>
                  </a:lnTo>
                  <a:close/>
                </a:path>
              </a:pathLst>
            </a:custGeom>
            <a:solidFill>
              <a:srgbClr val="000000">
                <a:alpha val="0"/>
              </a:srgbClr>
            </a:solidFill>
          </p:spPr>
        </p:sp>
        <p:sp>
          <p:nvSpPr>
            <p:cNvPr id="11" name="TextBox 11"/>
            <p:cNvSpPr txBox="1"/>
            <p:nvPr/>
          </p:nvSpPr>
          <p:spPr>
            <a:xfrm>
              <a:off x="0" y="0"/>
              <a:ext cx="12851520" cy="3097920"/>
            </a:xfrm>
            <a:prstGeom prst="rect">
              <a:avLst/>
            </a:prstGeom>
          </p:spPr>
          <p:txBody>
            <a:bodyPr lIns="0" tIns="0" rIns="0" bIns="0" rtlCol="0" anchor="b"/>
            <a:lstStyle/>
            <a:p>
              <a:pPr algn="l">
                <a:lnSpc>
                  <a:spcPts val="7200"/>
                </a:lnSpc>
              </a:pPr>
              <a:r>
                <a:rPr lang="en-US" sz="6000" spc="-1">
                  <a:solidFill>
                    <a:srgbClr val="F3FF36"/>
                  </a:solidFill>
                  <a:latin typeface="Dela Gothic One"/>
                  <a:ea typeface="Dela Gothic One"/>
                  <a:cs typeface="Dela Gothic One"/>
                  <a:sym typeface="Dela Gothic One"/>
                </a:rPr>
                <a:t>Third-Party Libraries</a:t>
              </a:r>
            </a:p>
          </p:txBody>
        </p:sp>
      </p:grpSp>
      <p:grpSp>
        <p:nvGrpSpPr>
          <p:cNvPr id="12" name="Group 12"/>
          <p:cNvGrpSpPr/>
          <p:nvPr/>
        </p:nvGrpSpPr>
        <p:grpSpPr>
          <a:xfrm>
            <a:off x="1428480" y="5410080"/>
            <a:ext cx="9638640" cy="1789920"/>
            <a:chOff x="0" y="0"/>
            <a:chExt cx="12851520" cy="2386560"/>
          </a:xfrm>
        </p:grpSpPr>
        <p:sp>
          <p:nvSpPr>
            <p:cNvPr id="13" name="Freeform 13"/>
            <p:cNvSpPr/>
            <p:nvPr/>
          </p:nvSpPr>
          <p:spPr>
            <a:xfrm>
              <a:off x="0" y="0"/>
              <a:ext cx="12851520" cy="2386560"/>
            </a:xfrm>
            <a:custGeom>
              <a:avLst/>
              <a:gdLst/>
              <a:ahLst/>
              <a:cxnLst/>
              <a:rect l="l" t="t" r="r" b="b"/>
              <a:pathLst>
                <a:path w="12851520" h="2386560">
                  <a:moveTo>
                    <a:pt x="0" y="0"/>
                  </a:moveTo>
                  <a:lnTo>
                    <a:pt x="12851520" y="0"/>
                  </a:lnTo>
                  <a:lnTo>
                    <a:pt x="12851520" y="2386560"/>
                  </a:lnTo>
                  <a:lnTo>
                    <a:pt x="0" y="2386560"/>
                  </a:lnTo>
                  <a:close/>
                </a:path>
              </a:pathLst>
            </a:custGeom>
            <a:solidFill>
              <a:srgbClr val="000000">
                <a:alpha val="0"/>
              </a:srgbClr>
            </a:solidFill>
          </p:spPr>
        </p:sp>
        <p:sp>
          <p:nvSpPr>
            <p:cNvPr id="14" name="TextBox 14"/>
            <p:cNvSpPr txBox="1"/>
            <p:nvPr/>
          </p:nvSpPr>
          <p:spPr>
            <a:xfrm>
              <a:off x="0" y="-9525"/>
              <a:ext cx="12851520" cy="2396085"/>
            </a:xfrm>
            <a:prstGeom prst="rect">
              <a:avLst/>
            </a:prstGeom>
          </p:spPr>
          <p:txBody>
            <a:bodyPr lIns="0" tIns="0" rIns="0" bIns="0" rtlCol="0" anchor="t"/>
            <a:lstStyle/>
            <a:p>
              <a:pPr algn="l">
                <a:lnSpc>
                  <a:spcPts val="2711"/>
                </a:lnSpc>
              </a:pPr>
              <a:r>
                <a:rPr lang="en-US" sz="2259" b="1" spc="-1">
                  <a:solidFill>
                    <a:srgbClr val="FFFFFF"/>
                  </a:solidFill>
                  <a:latin typeface="Montserrat Medium"/>
                  <a:ea typeface="Montserrat Medium"/>
                  <a:cs typeface="Montserrat Medium"/>
                  <a:sym typeface="Montserrat Medium"/>
                </a:rPr>
                <a:t>These libraries are created by the community and can be installed via package managers like pip. They extend Python's functionality and cater to various domains like web development, data analysis, and more. Examples include requests, Flask, and Django.</a:t>
              </a:r>
            </a:p>
          </p:txBody>
        </p:sp>
      </p:gr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F4272"/>
        </a:solidFill>
        <a:effectLst/>
      </p:bgPr>
    </p:bg>
    <p:spTree>
      <p:nvGrpSpPr>
        <p:cNvPr id="1" name=""/>
        <p:cNvGrpSpPr/>
        <p:nvPr/>
      </p:nvGrpSpPr>
      <p:grpSpPr>
        <a:xfrm>
          <a:off x="0" y="0"/>
          <a:ext cx="0" cy="0"/>
          <a:chOff x="0" y="0"/>
          <a:chExt cx="0" cy="0"/>
        </a:xfrm>
      </p:grpSpPr>
      <p:sp>
        <p:nvSpPr>
          <p:cNvPr id="2" name="Freeform 2"/>
          <p:cNvSpPr/>
          <p:nvPr/>
        </p:nvSpPr>
        <p:spPr>
          <a:xfrm>
            <a:off x="0" y="0"/>
            <a:ext cx="18287280" cy="10286640"/>
          </a:xfrm>
          <a:custGeom>
            <a:avLst/>
            <a:gdLst/>
            <a:ahLst/>
            <a:cxnLst/>
            <a:rect l="l" t="t" r="r" b="b"/>
            <a:pathLst>
              <a:path w="18287280" h="10286640">
                <a:moveTo>
                  <a:pt x="0" y="0"/>
                </a:moveTo>
                <a:lnTo>
                  <a:pt x="18287280" y="0"/>
                </a:lnTo>
                <a:lnTo>
                  <a:pt x="18287280" y="10286640"/>
                </a:lnTo>
                <a:lnTo>
                  <a:pt x="0" y="10286640"/>
                </a:lnTo>
                <a:lnTo>
                  <a:pt x="0" y="0"/>
                </a:lnTo>
                <a:close/>
              </a:path>
            </a:pathLst>
          </a:custGeom>
          <a:blipFill>
            <a:blip r:embed="rId2">
              <a:alphaModFix amt="39000"/>
            </a:blip>
            <a:stretch>
              <a:fillRect/>
            </a:stretch>
          </a:blipFill>
        </p:spPr>
      </p:sp>
      <p:sp>
        <p:nvSpPr>
          <p:cNvPr id="3" name="Freeform 3"/>
          <p:cNvSpPr/>
          <p:nvPr/>
        </p:nvSpPr>
        <p:spPr>
          <a:xfrm>
            <a:off x="8479440" y="-300960"/>
            <a:ext cx="7501680" cy="7276320"/>
          </a:xfrm>
          <a:custGeom>
            <a:avLst/>
            <a:gdLst/>
            <a:ahLst/>
            <a:cxnLst/>
            <a:rect l="l" t="t" r="r" b="b"/>
            <a:pathLst>
              <a:path w="7501680" h="7276320">
                <a:moveTo>
                  <a:pt x="0" y="0"/>
                </a:moveTo>
                <a:lnTo>
                  <a:pt x="7501680" y="0"/>
                </a:lnTo>
                <a:lnTo>
                  <a:pt x="7501680" y="7276320"/>
                </a:lnTo>
                <a:lnTo>
                  <a:pt x="0" y="7276320"/>
                </a:lnTo>
                <a:lnTo>
                  <a:pt x="0" y="0"/>
                </a:lnTo>
                <a:close/>
              </a:path>
            </a:pathLst>
          </a:custGeom>
          <a:blipFill>
            <a:blip r:embed="rId3">
              <a:alphaModFix amt="79000"/>
            </a:blip>
            <a:stretch>
              <a:fillRect t="-2" b="-2"/>
            </a:stretch>
          </a:blipFill>
        </p:spPr>
      </p:sp>
      <p:sp>
        <p:nvSpPr>
          <p:cNvPr id="4" name="Freeform 4"/>
          <p:cNvSpPr/>
          <p:nvPr/>
        </p:nvSpPr>
        <p:spPr>
          <a:xfrm>
            <a:off x="9234000" y="-5860800"/>
            <a:ext cx="10170000" cy="10286640"/>
          </a:xfrm>
          <a:custGeom>
            <a:avLst/>
            <a:gdLst/>
            <a:ahLst/>
            <a:cxnLst/>
            <a:rect l="l" t="t" r="r" b="b"/>
            <a:pathLst>
              <a:path w="10170000" h="10286640">
                <a:moveTo>
                  <a:pt x="0" y="0"/>
                </a:moveTo>
                <a:lnTo>
                  <a:pt x="10170000" y="0"/>
                </a:lnTo>
                <a:lnTo>
                  <a:pt x="10170000" y="10286640"/>
                </a:lnTo>
                <a:lnTo>
                  <a:pt x="0" y="10286640"/>
                </a:lnTo>
                <a:lnTo>
                  <a:pt x="0" y="0"/>
                </a:lnTo>
                <a:close/>
              </a:path>
            </a:pathLst>
          </a:custGeom>
          <a:blipFill>
            <a:blip r:embed="rId4"/>
            <a:stretch>
              <a:fillRect l="-1" r="-1"/>
            </a:stretch>
          </a:blipFill>
        </p:spPr>
      </p:sp>
      <p:sp>
        <p:nvSpPr>
          <p:cNvPr id="5" name="Freeform 5"/>
          <p:cNvSpPr/>
          <p:nvPr/>
        </p:nvSpPr>
        <p:spPr>
          <a:xfrm>
            <a:off x="-1077120" y="-1067040"/>
            <a:ext cx="20442240" cy="12420000"/>
          </a:xfrm>
          <a:custGeom>
            <a:avLst/>
            <a:gdLst/>
            <a:ahLst/>
            <a:cxnLst/>
            <a:rect l="l" t="t" r="r" b="b"/>
            <a:pathLst>
              <a:path w="20442240" h="12420000">
                <a:moveTo>
                  <a:pt x="0" y="0"/>
                </a:moveTo>
                <a:lnTo>
                  <a:pt x="20442240" y="0"/>
                </a:lnTo>
                <a:lnTo>
                  <a:pt x="20442240" y="12420000"/>
                </a:lnTo>
                <a:lnTo>
                  <a:pt x="0" y="12420000"/>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grpSp>
        <p:nvGrpSpPr>
          <p:cNvPr id="6" name="Group 6"/>
          <p:cNvGrpSpPr/>
          <p:nvPr/>
        </p:nvGrpSpPr>
        <p:grpSpPr>
          <a:xfrm>
            <a:off x="2876400" y="2171520"/>
            <a:ext cx="12515040" cy="3466080"/>
            <a:chOff x="0" y="0"/>
            <a:chExt cx="16686720" cy="4621440"/>
          </a:xfrm>
        </p:grpSpPr>
        <p:sp>
          <p:nvSpPr>
            <p:cNvPr id="7" name="Freeform 7"/>
            <p:cNvSpPr/>
            <p:nvPr/>
          </p:nvSpPr>
          <p:spPr>
            <a:xfrm>
              <a:off x="0" y="0"/>
              <a:ext cx="16686719" cy="4621440"/>
            </a:xfrm>
            <a:custGeom>
              <a:avLst/>
              <a:gdLst/>
              <a:ahLst/>
              <a:cxnLst/>
              <a:rect l="l" t="t" r="r" b="b"/>
              <a:pathLst>
                <a:path w="16686719" h="4621440">
                  <a:moveTo>
                    <a:pt x="0" y="0"/>
                  </a:moveTo>
                  <a:lnTo>
                    <a:pt x="16686719" y="0"/>
                  </a:lnTo>
                  <a:lnTo>
                    <a:pt x="16686719" y="4621440"/>
                  </a:lnTo>
                  <a:lnTo>
                    <a:pt x="0" y="4621440"/>
                  </a:lnTo>
                  <a:close/>
                </a:path>
              </a:pathLst>
            </a:custGeom>
            <a:solidFill>
              <a:srgbClr val="000000">
                <a:alpha val="0"/>
              </a:srgbClr>
            </a:solidFill>
          </p:spPr>
        </p:sp>
        <p:sp>
          <p:nvSpPr>
            <p:cNvPr id="8" name="TextBox 8"/>
            <p:cNvSpPr txBox="1"/>
            <p:nvPr/>
          </p:nvSpPr>
          <p:spPr>
            <a:xfrm>
              <a:off x="0" y="0"/>
              <a:ext cx="16686720" cy="4621440"/>
            </a:xfrm>
            <a:prstGeom prst="rect">
              <a:avLst/>
            </a:prstGeom>
          </p:spPr>
          <p:txBody>
            <a:bodyPr lIns="0" tIns="0" rIns="0" bIns="0" rtlCol="0" anchor="b"/>
            <a:lstStyle/>
            <a:p>
              <a:pPr algn="ctr">
                <a:lnSpc>
                  <a:spcPts val="9600"/>
                </a:lnSpc>
              </a:pPr>
              <a:r>
                <a:rPr lang="en-US" sz="8000" spc="-2">
                  <a:solidFill>
                    <a:srgbClr val="F3FF36"/>
                  </a:solidFill>
                  <a:latin typeface="Dela Gothic One"/>
                  <a:ea typeface="Dela Gothic One"/>
                  <a:cs typeface="Dela Gothic One"/>
                  <a:sym typeface="Dela Gothic One"/>
                </a:rPr>
                <a:t>Built-in Libraries</a:t>
              </a:r>
            </a:p>
          </p:txBody>
        </p:sp>
      </p:grpSp>
      <p:grpSp>
        <p:nvGrpSpPr>
          <p:cNvPr id="9" name="Group 9"/>
          <p:cNvGrpSpPr/>
          <p:nvPr/>
        </p:nvGrpSpPr>
        <p:grpSpPr>
          <a:xfrm>
            <a:off x="2876400" y="5639040"/>
            <a:ext cx="12515040" cy="1884960"/>
            <a:chOff x="0" y="0"/>
            <a:chExt cx="16686720" cy="2513280"/>
          </a:xfrm>
        </p:grpSpPr>
        <p:sp>
          <p:nvSpPr>
            <p:cNvPr id="10" name="Freeform 10"/>
            <p:cNvSpPr/>
            <p:nvPr/>
          </p:nvSpPr>
          <p:spPr>
            <a:xfrm>
              <a:off x="0" y="0"/>
              <a:ext cx="16686719" cy="2513280"/>
            </a:xfrm>
            <a:custGeom>
              <a:avLst/>
              <a:gdLst/>
              <a:ahLst/>
              <a:cxnLst/>
              <a:rect l="l" t="t" r="r" b="b"/>
              <a:pathLst>
                <a:path w="16686719" h="2513280">
                  <a:moveTo>
                    <a:pt x="0" y="0"/>
                  </a:moveTo>
                  <a:lnTo>
                    <a:pt x="16686719" y="0"/>
                  </a:lnTo>
                  <a:lnTo>
                    <a:pt x="16686719" y="2513280"/>
                  </a:lnTo>
                  <a:lnTo>
                    <a:pt x="0" y="2513280"/>
                  </a:lnTo>
                  <a:close/>
                </a:path>
              </a:pathLst>
            </a:custGeom>
            <a:solidFill>
              <a:srgbClr val="000000">
                <a:alpha val="0"/>
              </a:srgbClr>
            </a:solidFill>
          </p:spPr>
        </p:sp>
        <p:sp>
          <p:nvSpPr>
            <p:cNvPr id="11" name="TextBox 11"/>
            <p:cNvSpPr txBox="1"/>
            <p:nvPr/>
          </p:nvSpPr>
          <p:spPr>
            <a:xfrm>
              <a:off x="0" y="9525"/>
              <a:ext cx="16686720" cy="2503755"/>
            </a:xfrm>
            <a:prstGeom prst="rect">
              <a:avLst/>
            </a:prstGeom>
          </p:spPr>
          <p:txBody>
            <a:bodyPr lIns="0" tIns="0" rIns="0" bIns="0" rtlCol="0" anchor="t"/>
            <a:lstStyle/>
            <a:p>
              <a:pPr algn="ctr">
                <a:lnSpc>
                  <a:spcPts val="3359"/>
                </a:lnSpc>
              </a:pPr>
              <a:r>
                <a:rPr lang="en-US" sz="2799" b="1" spc="-1">
                  <a:solidFill>
                    <a:srgbClr val="FFFFFF"/>
                  </a:solidFill>
                  <a:latin typeface="Montserrat Medium"/>
                  <a:ea typeface="Montserrat Medium"/>
                  <a:cs typeface="Montserrat Medium"/>
                  <a:sym typeface="Montserrat Medium"/>
                </a:rPr>
                <a:t>Built-in libraries are part of the Python language itself and are always available to use. They include modules such as itertools for creating iterators and functools for higher-order functions, enhancing code efficiency.</a:t>
              </a:r>
            </a:p>
          </p:txBody>
        </p:sp>
      </p:grpSp>
      <p:sp>
        <p:nvSpPr>
          <p:cNvPr id="12" name="Freeform 12"/>
          <p:cNvSpPr/>
          <p:nvPr/>
        </p:nvSpPr>
        <p:spPr>
          <a:xfrm>
            <a:off x="12770640" y="3520800"/>
            <a:ext cx="644400" cy="645840"/>
          </a:xfrm>
          <a:custGeom>
            <a:avLst/>
            <a:gdLst/>
            <a:ahLst/>
            <a:cxnLst/>
            <a:rect l="l" t="t" r="r" b="b"/>
            <a:pathLst>
              <a:path w="644400" h="645840">
                <a:moveTo>
                  <a:pt x="0" y="0"/>
                </a:moveTo>
                <a:lnTo>
                  <a:pt x="644400" y="0"/>
                </a:lnTo>
                <a:lnTo>
                  <a:pt x="644400" y="645840"/>
                </a:lnTo>
                <a:lnTo>
                  <a:pt x="0" y="645840"/>
                </a:lnTo>
                <a:lnTo>
                  <a:pt x="0" y="0"/>
                </a:lnTo>
                <a:close/>
              </a:path>
            </a:pathLst>
          </a:custGeom>
          <a:blipFill>
            <a:blip r:embed="rId7">
              <a:extLst>
                <a:ext uri="{96DAC541-7B7A-43D3-8B79-37D633B846F1}">
                  <asvg:svgBlip xmlns:asvg="http://schemas.microsoft.com/office/drawing/2016/SVG/main" xmlns="" r:embed="rId8"/>
                </a:ext>
              </a:extLst>
            </a:blip>
            <a:stretch>
              <a:fillRect/>
            </a:stretch>
          </a:blipFill>
        </p:spPr>
      </p:sp>
      <p:sp>
        <p:nvSpPr>
          <p:cNvPr id="13" name="Freeform 13"/>
          <p:cNvSpPr/>
          <p:nvPr/>
        </p:nvSpPr>
        <p:spPr>
          <a:xfrm>
            <a:off x="4721760" y="4676400"/>
            <a:ext cx="434160" cy="434880"/>
          </a:xfrm>
          <a:custGeom>
            <a:avLst/>
            <a:gdLst/>
            <a:ahLst/>
            <a:cxnLst/>
            <a:rect l="l" t="t" r="r" b="b"/>
            <a:pathLst>
              <a:path w="434160" h="434880">
                <a:moveTo>
                  <a:pt x="0" y="0"/>
                </a:moveTo>
                <a:lnTo>
                  <a:pt x="434160" y="0"/>
                </a:lnTo>
                <a:lnTo>
                  <a:pt x="434160" y="434880"/>
                </a:lnTo>
                <a:lnTo>
                  <a:pt x="0" y="434880"/>
                </a:lnTo>
                <a:lnTo>
                  <a:pt x="0" y="0"/>
                </a:lnTo>
                <a:close/>
              </a:path>
            </a:pathLst>
          </a:custGeom>
          <a:blipFill>
            <a:blip r:embed="rId9">
              <a:extLst>
                <a:ext uri="{96DAC541-7B7A-43D3-8B79-37D633B846F1}">
                  <asvg:svgBlip xmlns:asvg="http://schemas.microsoft.com/office/drawing/2016/SVG/main" xmlns="" r:embed="rId10"/>
                </a:ext>
              </a:extLst>
            </a:blip>
            <a:stretch>
              <a:fillRect/>
            </a:stretch>
          </a:blipFill>
        </p:spPr>
      </p:sp>
      <p:sp>
        <p:nvSpPr>
          <p:cNvPr id="14" name="Freeform 14"/>
          <p:cNvSpPr/>
          <p:nvPr/>
        </p:nvSpPr>
        <p:spPr>
          <a:xfrm>
            <a:off x="14101920" y="7082640"/>
            <a:ext cx="434160" cy="434880"/>
          </a:xfrm>
          <a:custGeom>
            <a:avLst/>
            <a:gdLst/>
            <a:ahLst/>
            <a:cxnLst/>
            <a:rect l="l" t="t" r="r" b="b"/>
            <a:pathLst>
              <a:path w="434160" h="434880">
                <a:moveTo>
                  <a:pt x="0" y="0"/>
                </a:moveTo>
                <a:lnTo>
                  <a:pt x="434160" y="0"/>
                </a:lnTo>
                <a:lnTo>
                  <a:pt x="434160" y="434880"/>
                </a:lnTo>
                <a:lnTo>
                  <a:pt x="0" y="434880"/>
                </a:lnTo>
                <a:lnTo>
                  <a:pt x="0" y="0"/>
                </a:lnTo>
                <a:close/>
              </a:path>
            </a:pathLst>
          </a:custGeom>
          <a:blipFill>
            <a:blip r:embed="rId9">
              <a:extLst>
                <a:ext uri="{96DAC541-7B7A-43D3-8B79-37D633B846F1}">
                  <asvg:svgBlip xmlns:asvg="http://schemas.microsoft.com/office/drawing/2016/SVG/main" xmlns="" r:embed="rId10"/>
                </a:ext>
              </a:extLst>
            </a:blip>
            <a:stretch>
              <a:fillRect/>
            </a:stretch>
          </a:blipFill>
        </p:spPr>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F4272"/>
        </a:solidFill>
        <a:effectLst/>
      </p:bgPr>
    </p:bg>
    <p:spTree>
      <p:nvGrpSpPr>
        <p:cNvPr id="1" name=""/>
        <p:cNvGrpSpPr/>
        <p:nvPr/>
      </p:nvGrpSpPr>
      <p:grpSpPr>
        <a:xfrm>
          <a:off x="0" y="0"/>
          <a:ext cx="0" cy="0"/>
          <a:chOff x="0" y="0"/>
          <a:chExt cx="0" cy="0"/>
        </a:xfrm>
      </p:grpSpPr>
      <p:sp>
        <p:nvSpPr>
          <p:cNvPr id="2" name="Freeform 2"/>
          <p:cNvSpPr/>
          <p:nvPr/>
        </p:nvSpPr>
        <p:spPr>
          <a:xfrm>
            <a:off x="0" y="0"/>
            <a:ext cx="18287280" cy="10286640"/>
          </a:xfrm>
          <a:custGeom>
            <a:avLst/>
            <a:gdLst/>
            <a:ahLst/>
            <a:cxnLst/>
            <a:rect l="l" t="t" r="r" b="b"/>
            <a:pathLst>
              <a:path w="18287280" h="10286640">
                <a:moveTo>
                  <a:pt x="0" y="0"/>
                </a:moveTo>
                <a:lnTo>
                  <a:pt x="18287280" y="0"/>
                </a:lnTo>
                <a:lnTo>
                  <a:pt x="18287280" y="10286640"/>
                </a:lnTo>
                <a:lnTo>
                  <a:pt x="0" y="10286640"/>
                </a:lnTo>
                <a:lnTo>
                  <a:pt x="0" y="0"/>
                </a:lnTo>
                <a:close/>
              </a:path>
            </a:pathLst>
          </a:custGeom>
          <a:blipFill>
            <a:blip r:embed="rId2">
              <a:alphaModFix amt="40000"/>
            </a:blip>
            <a:stretch>
              <a:fillRect l="-36100" t="-61464" r="-27035" b="-1670"/>
            </a:stretch>
          </a:blipFill>
        </p:spPr>
      </p:sp>
      <p:sp>
        <p:nvSpPr>
          <p:cNvPr id="3" name="Freeform 3"/>
          <p:cNvSpPr/>
          <p:nvPr/>
        </p:nvSpPr>
        <p:spPr>
          <a:xfrm>
            <a:off x="-5451120" y="-1882080"/>
            <a:ext cx="10170000" cy="10286640"/>
          </a:xfrm>
          <a:custGeom>
            <a:avLst/>
            <a:gdLst/>
            <a:ahLst/>
            <a:cxnLst/>
            <a:rect l="l" t="t" r="r" b="b"/>
            <a:pathLst>
              <a:path w="10170000" h="10286640">
                <a:moveTo>
                  <a:pt x="0" y="0"/>
                </a:moveTo>
                <a:lnTo>
                  <a:pt x="10170000" y="0"/>
                </a:lnTo>
                <a:lnTo>
                  <a:pt x="10170000" y="10286640"/>
                </a:lnTo>
                <a:lnTo>
                  <a:pt x="0" y="10286640"/>
                </a:lnTo>
                <a:lnTo>
                  <a:pt x="0" y="0"/>
                </a:lnTo>
                <a:close/>
              </a:path>
            </a:pathLst>
          </a:custGeom>
          <a:blipFill>
            <a:blip r:embed="rId3"/>
            <a:stretch>
              <a:fillRect l="-1" r="-1"/>
            </a:stretch>
          </a:blipFill>
        </p:spPr>
      </p:sp>
      <p:sp>
        <p:nvSpPr>
          <p:cNvPr id="4" name="Freeform 4"/>
          <p:cNvSpPr/>
          <p:nvPr/>
        </p:nvSpPr>
        <p:spPr>
          <a:xfrm>
            <a:off x="7920720" y="5795280"/>
            <a:ext cx="7501680" cy="7276320"/>
          </a:xfrm>
          <a:custGeom>
            <a:avLst/>
            <a:gdLst/>
            <a:ahLst/>
            <a:cxnLst/>
            <a:rect l="l" t="t" r="r" b="b"/>
            <a:pathLst>
              <a:path w="7501680" h="7276320">
                <a:moveTo>
                  <a:pt x="0" y="0"/>
                </a:moveTo>
                <a:lnTo>
                  <a:pt x="7501680" y="0"/>
                </a:lnTo>
                <a:lnTo>
                  <a:pt x="7501680" y="7276320"/>
                </a:lnTo>
                <a:lnTo>
                  <a:pt x="0" y="7276320"/>
                </a:lnTo>
                <a:lnTo>
                  <a:pt x="0" y="0"/>
                </a:lnTo>
                <a:close/>
              </a:path>
            </a:pathLst>
          </a:custGeom>
          <a:blipFill>
            <a:blip r:embed="rId4">
              <a:alphaModFix amt="79000"/>
            </a:blip>
            <a:stretch>
              <a:fillRect t="-2" b="-2"/>
            </a:stretch>
          </a:blipFill>
        </p:spPr>
      </p:sp>
      <p:sp>
        <p:nvSpPr>
          <p:cNvPr id="5" name="Freeform 5"/>
          <p:cNvSpPr/>
          <p:nvPr/>
        </p:nvSpPr>
        <p:spPr>
          <a:xfrm>
            <a:off x="-1070640" y="1080000"/>
            <a:ext cx="20429280" cy="8323200"/>
          </a:xfrm>
          <a:custGeom>
            <a:avLst/>
            <a:gdLst/>
            <a:ahLst/>
            <a:cxnLst/>
            <a:rect l="l" t="t" r="r" b="b"/>
            <a:pathLst>
              <a:path w="20429280" h="8323200">
                <a:moveTo>
                  <a:pt x="0" y="0"/>
                </a:moveTo>
                <a:lnTo>
                  <a:pt x="20429280" y="0"/>
                </a:lnTo>
                <a:lnTo>
                  <a:pt x="20429280" y="8323200"/>
                </a:lnTo>
                <a:lnTo>
                  <a:pt x="0" y="8323200"/>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6" name="Freeform 6"/>
          <p:cNvSpPr/>
          <p:nvPr/>
        </p:nvSpPr>
        <p:spPr>
          <a:xfrm>
            <a:off x="668160" y="2676240"/>
            <a:ext cx="434160" cy="434880"/>
          </a:xfrm>
          <a:custGeom>
            <a:avLst/>
            <a:gdLst/>
            <a:ahLst/>
            <a:cxnLst/>
            <a:rect l="l" t="t" r="r" b="b"/>
            <a:pathLst>
              <a:path w="434160" h="434880">
                <a:moveTo>
                  <a:pt x="0" y="0"/>
                </a:moveTo>
                <a:lnTo>
                  <a:pt x="434160" y="0"/>
                </a:lnTo>
                <a:lnTo>
                  <a:pt x="434160" y="434880"/>
                </a:lnTo>
                <a:lnTo>
                  <a:pt x="0" y="434880"/>
                </a:lnTo>
                <a:lnTo>
                  <a:pt x="0" y="0"/>
                </a:lnTo>
                <a:close/>
              </a:path>
            </a:pathLst>
          </a:custGeom>
          <a:blipFill>
            <a:blip r:embed="rId7">
              <a:extLst>
                <a:ext uri="{96DAC541-7B7A-43D3-8B79-37D633B846F1}">
                  <asvg:svgBlip xmlns:asvg="http://schemas.microsoft.com/office/drawing/2016/SVG/main" xmlns="" r:embed="rId8"/>
                </a:ext>
              </a:extLst>
            </a:blip>
            <a:stretch>
              <a:fillRect/>
            </a:stretch>
          </a:blipFill>
        </p:spPr>
      </p:sp>
      <p:grpSp>
        <p:nvGrpSpPr>
          <p:cNvPr id="7" name="Group 7"/>
          <p:cNvGrpSpPr/>
          <p:nvPr/>
        </p:nvGrpSpPr>
        <p:grpSpPr>
          <a:xfrm>
            <a:off x="1428480" y="1581120"/>
            <a:ext cx="10724400" cy="3237840"/>
            <a:chOff x="0" y="0"/>
            <a:chExt cx="14299200" cy="4317120"/>
          </a:xfrm>
        </p:grpSpPr>
        <p:sp>
          <p:nvSpPr>
            <p:cNvPr id="8" name="Freeform 8"/>
            <p:cNvSpPr/>
            <p:nvPr/>
          </p:nvSpPr>
          <p:spPr>
            <a:xfrm>
              <a:off x="0" y="0"/>
              <a:ext cx="14299200" cy="4317120"/>
            </a:xfrm>
            <a:custGeom>
              <a:avLst/>
              <a:gdLst/>
              <a:ahLst/>
              <a:cxnLst/>
              <a:rect l="l" t="t" r="r" b="b"/>
              <a:pathLst>
                <a:path w="14299200" h="4317120">
                  <a:moveTo>
                    <a:pt x="0" y="0"/>
                  </a:moveTo>
                  <a:lnTo>
                    <a:pt x="14299200" y="0"/>
                  </a:lnTo>
                  <a:lnTo>
                    <a:pt x="14299200" y="4317120"/>
                  </a:lnTo>
                  <a:lnTo>
                    <a:pt x="0" y="4317120"/>
                  </a:lnTo>
                  <a:close/>
                </a:path>
              </a:pathLst>
            </a:custGeom>
            <a:solidFill>
              <a:srgbClr val="000000">
                <a:alpha val="0"/>
              </a:srgbClr>
            </a:solidFill>
          </p:spPr>
        </p:sp>
        <p:sp>
          <p:nvSpPr>
            <p:cNvPr id="9" name="TextBox 9"/>
            <p:cNvSpPr txBox="1"/>
            <p:nvPr/>
          </p:nvSpPr>
          <p:spPr>
            <a:xfrm>
              <a:off x="0" y="0"/>
              <a:ext cx="14299200" cy="4317120"/>
            </a:xfrm>
            <a:prstGeom prst="rect">
              <a:avLst/>
            </a:prstGeom>
          </p:spPr>
          <p:txBody>
            <a:bodyPr lIns="0" tIns="0" rIns="0" bIns="0" rtlCol="0" anchor="b"/>
            <a:lstStyle/>
            <a:p>
              <a:pPr algn="l">
                <a:lnSpc>
                  <a:spcPts val="9600"/>
                </a:lnSpc>
              </a:pPr>
              <a:r>
                <a:rPr lang="en-US" sz="8000" spc="-2">
                  <a:solidFill>
                    <a:srgbClr val="F3FF36"/>
                  </a:solidFill>
                  <a:latin typeface="Dela Gothic One"/>
                  <a:ea typeface="Dela Gothic One"/>
                  <a:cs typeface="Dela Gothic One"/>
                  <a:sym typeface="Dela Gothic One"/>
                </a:rPr>
                <a:t>NumPy</a:t>
              </a:r>
            </a:p>
          </p:txBody>
        </p:sp>
      </p:grpSp>
      <p:grpSp>
        <p:nvGrpSpPr>
          <p:cNvPr id="10" name="Group 10"/>
          <p:cNvGrpSpPr/>
          <p:nvPr/>
        </p:nvGrpSpPr>
        <p:grpSpPr>
          <a:xfrm>
            <a:off x="1428480" y="4819680"/>
            <a:ext cx="10724400" cy="4057200"/>
            <a:chOff x="0" y="0"/>
            <a:chExt cx="14299200" cy="5409600"/>
          </a:xfrm>
        </p:grpSpPr>
        <p:sp>
          <p:nvSpPr>
            <p:cNvPr id="11" name="Freeform 11"/>
            <p:cNvSpPr/>
            <p:nvPr/>
          </p:nvSpPr>
          <p:spPr>
            <a:xfrm>
              <a:off x="0" y="0"/>
              <a:ext cx="14299200" cy="5409600"/>
            </a:xfrm>
            <a:custGeom>
              <a:avLst/>
              <a:gdLst/>
              <a:ahLst/>
              <a:cxnLst/>
              <a:rect l="l" t="t" r="r" b="b"/>
              <a:pathLst>
                <a:path w="14299200" h="5409600">
                  <a:moveTo>
                    <a:pt x="0" y="0"/>
                  </a:moveTo>
                  <a:lnTo>
                    <a:pt x="14299200" y="0"/>
                  </a:lnTo>
                  <a:lnTo>
                    <a:pt x="14299200" y="5409600"/>
                  </a:lnTo>
                  <a:lnTo>
                    <a:pt x="0" y="5409600"/>
                  </a:lnTo>
                  <a:close/>
                </a:path>
              </a:pathLst>
            </a:custGeom>
            <a:solidFill>
              <a:srgbClr val="000000">
                <a:alpha val="0"/>
              </a:srgbClr>
            </a:solidFill>
          </p:spPr>
        </p:sp>
        <p:sp>
          <p:nvSpPr>
            <p:cNvPr id="12" name="TextBox 12"/>
            <p:cNvSpPr txBox="1"/>
            <p:nvPr/>
          </p:nvSpPr>
          <p:spPr>
            <a:xfrm>
              <a:off x="0" y="0"/>
              <a:ext cx="14299200" cy="5409600"/>
            </a:xfrm>
            <a:prstGeom prst="rect">
              <a:avLst/>
            </a:prstGeom>
          </p:spPr>
          <p:txBody>
            <a:bodyPr lIns="0" tIns="0" rIns="0" bIns="0" rtlCol="0" anchor="t"/>
            <a:lstStyle/>
            <a:p>
              <a:pPr algn="l">
                <a:lnSpc>
                  <a:spcPts val="3840"/>
                </a:lnSpc>
              </a:pPr>
              <a:r>
                <a:rPr lang="en-US" sz="3200" b="1" spc="-2">
                  <a:solidFill>
                    <a:srgbClr val="FFFFFF"/>
                  </a:solidFill>
                  <a:latin typeface="Montserrat Medium"/>
                  <a:ea typeface="Montserrat Medium"/>
                  <a:cs typeface="Montserrat Medium"/>
                  <a:sym typeface="Montserrat Medium"/>
                </a:rPr>
                <a:t>NumPy is the fundamental package for numerical computing in Python. It provides support for arrays, matrices, and a collection of mathematical functions to operate on these data structures, making it a cornerstone for scientific computing.</a:t>
              </a:r>
            </a:p>
          </p:txBody>
        </p:sp>
      </p:grpSp>
      <p:sp>
        <p:nvSpPr>
          <p:cNvPr id="13" name="Freeform 13"/>
          <p:cNvSpPr/>
          <p:nvPr/>
        </p:nvSpPr>
        <p:spPr>
          <a:xfrm>
            <a:off x="11926080" y="3430080"/>
            <a:ext cx="1577520" cy="1604880"/>
          </a:xfrm>
          <a:custGeom>
            <a:avLst/>
            <a:gdLst/>
            <a:ahLst/>
            <a:cxnLst/>
            <a:rect l="l" t="t" r="r" b="b"/>
            <a:pathLst>
              <a:path w="1577520" h="1604880">
                <a:moveTo>
                  <a:pt x="0" y="0"/>
                </a:moveTo>
                <a:lnTo>
                  <a:pt x="1577520" y="0"/>
                </a:lnTo>
                <a:lnTo>
                  <a:pt x="1577520" y="1604880"/>
                </a:lnTo>
                <a:lnTo>
                  <a:pt x="0" y="1604880"/>
                </a:lnTo>
                <a:lnTo>
                  <a:pt x="0" y="0"/>
                </a:lnTo>
                <a:close/>
              </a:path>
            </a:pathLst>
          </a:custGeom>
          <a:blipFill>
            <a:blip r:embed="rId9">
              <a:extLst>
                <a:ext uri="{96DAC541-7B7A-43D3-8B79-37D633B846F1}">
                  <asvg:svgBlip xmlns:asvg="http://schemas.microsoft.com/office/drawing/2016/SVG/main" xmlns="" r:embed="rId10"/>
                </a:ext>
              </a:extLst>
            </a:blip>
            <a:stretch>
              <a:fillRect/>
            </a:stretch>
          </a:blipFill>
        </p:spPr>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F4272"/>
        </a:solidFill>
        <a:effectLst/>
      </p:bgPr>
    </p:bg>
    <p:spTree>
      <p:nvGrpSpPr>
        <p:cNvPr id="1" name=""/>
        <p:cNvGrpSpPr/>
        <p:nvPr/>
      </p:nvGrpSpPr>
      <p:grpSpPr>
        <a:xfrm>
          <a:off x="0" y="0"/>
          <a:ext cx="0" cy="0"/>
          <a:chOff x="0" y="0"/>
          <a:chExt cx="0" cy="0"/>
        </a:xfrm>
      </p:grpSpPr>
      <p:sp>
        <p:nvSpPr>
          <p:cNvPr id="2" name="Freeform 2"/>
          <p:cNvSpPr/>
          <p:nvPr/>
        </p:nvSpPr>
        <p:spPr>
          <a:xfrm>
            <a:off x="0" y="0"/>
            <a:ext cx="18287280" cy="10286640"/>
          </a:xfrm>
          <a:custGeom>
            <a:avLst/>
            <a:gdLst/>
            <a:ahLst/>
            <a:cxnLst/>
            <a:rect l="l" t="t" r="r" b="b"/>
            <a:pathLst>
              <a:path w="18287280" h="10286640">
                <a:moveTo>
                  <a:pt x="0" y="0"/>
                </a:moveTo>
                <a:lnTo>
                  <a:pt x="18287280" y="0"/>
                </a:lnTo>
                <a:lnTo>
                  <a:pt x="18287280" y="10286640"/>
                </a:lnTo>
                <a:lnTo>
                  <a:pt x="0" y="10286640"/>
                </a:lnTo>
                <a:lnTo>
                  <a:pt x="0" y="0"/>
                </a:lnTo>
                <a:close/>
              </a:path>
            </a:pathLst>
          </a:custGeom>
          <a:blipFill>
            <a:blip r:embed="rId2">
              <a:alphaModFix amt="40000"/>
            </a:blip>
            <a:stretch>
              <a:fillRect/>
            </a:stretch>
          </a:blipFill>
        </p:spPr>
      </p:sp>
      <p:sp>
        <p:nvSpPr>
          <p:cNvPr id="3" name="Freeform 3"/>
          <p:cNvSpPr/>
          <p:nvPr/>
        </p:nvSpPr>
        <p:spPr>
          <a:xfrm>
            <a:off x="0" y="-3844080"/>
            <a:ext cx="7501680" cy="7276320"/>
          </a:xfrm>
          <a:custGeom>
            <a:avLst/>
            <a:gdLst/>
            <a:ahLst/>
            <a:cxnLst/>
            <a:rect l="l" t="t" r="r" b="b"/>
            <a:pathLst>
              <a:path w="7501680" h="7276320">
                <a:moveTo>
                  <a:pt x="0" y="0"/>
                </a:moveTo>
                <a:lnTo>
                  <a:pt x="7501680" y="0"/>
                </a:lnTo>
                <a:lnTo>
                  <a:pt x="7501680" y="7276320"/>
                </a:lnTo>
                <a:lnTo>
                  <a:pt x="0" y="7276320"/>
                </a:lnTo>
                <a:lnTo>
                  <a:pt x="0" y="0"/>
                </a:lnTo>
                <a:close/>
              </a:path>
            </a:pathLst>
          </a:custGeom>
          <a:blipFill>
            <a:blip r:embed="rId3">
              <a:alphaModFix amt="79000"/>
            </a:blip>
            <a:stretch>
              <a:fillRect t="-2" b="-2"/>
            </a:stretch>
          </a:blipFill>
        </p:spPr>
      </p:sp>
      <p:sp>
        <p:nvSpPr>
          <p:cNvPr id="4" name="Freeform 4"/>
          <p:cNvSpPr/>
          <p:nvPr/>
        </p:nvSpPr>
        <p:spPr>
          <a:xfrm>
            <a:off x="355680" y="9208080"/>
            <a:ext cx="17576640" cy="2144880"/>
          </a:xfrm>
          <a:custGeom>
            <a:avLst/>
            <a:gdLst/>
            <a:ahLst/>
            <a:cxnLst/>
            <a:rect l="l" t="t" r="r" b="b"/>
            <a:pathLst>
              <a:path w="17576640" h="2144880">
                <a:moveTo>
                  <a:pt x="0" y="0"/>
                </a:moveTo>
                <a:lnTo>
                  <a:pt x="17576640" y="0"/>
                </a:lnTo>
                <a:lnTo>
                  <a:pt x="17576640" y="2144880"/>
                </a:lnTo>
                <a:lnTo>
                  <a:pt x="0" y="2144880"/>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5" name="Freeform 5"/>
          <p:cNvSpPr/>
          <p:nvPr/>
        </p:nvSpPr>
        <p:spPr>
          <a:xfrm>
            <a:off x="629280" y="7784640"/>
            <a:ext cx="14505120" cy="2301840"/>
          </a:xfrm>
          <a:custGeom>
            <a:avLst/>
            <a:gdLst/>
            <a:ahLst/>
            <a:cxnLst/>
            <a:rect l="l" t="t" r="r" b="b"/>
            <a:pathLst>
              <a:path w="14505120" h="2301840">
                <a:moveTo>
                  <a:pt x="0" y="0"/>
                </a:moveTo>
                <a:lnTo>
                  <a:pt x="14505120" y="0"/>
                </a:lnTo>
                <a:lnTo>
                  <a:pt x="14505120" y="2301840"/>
                </a:lnTo>
                <a:lnTo>
                  <a:pt x="0" y="2301840"/>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grpSp>
        <p:nvGrpSpPr>
          <p:cNvPr id="6" name="Group 6"/>
          <p:cNvGrpSpPr/>
          <p:nvPr/>
        </p:nvGrpSpPr>
        <p:grpSpPr>
          <a:xfrm>
            <a:off x="11320950" y="2365590"/>
            <a:ext cx="5558340" cy="5554740"/>
            <a:chOff x="0" y="0"/>
            <a:chExt cx="7411120" cy="7406320"/>
          </a:xfrm>
        </p:grpSpPr>
        <p:sp>
          <p:nvSpPr>
            <p:cNvPr id="7" name="Freeform 7"/>
            <p:cNvSpPr/>
            <p:nvPr/>
          </p:nvSpPr>
          <p:spPr>
            <a:xfrm>
              <a:off x="25400" y="25400"/>
              <a:ext cx="7360285" cy="7355459"/>
            </a:xfrm>
            <a:custGeom>
              <a:avLst/>
              <a:gdLst/>
              <a:ahLst/>
              <a:cxnLst/>
              <a:rect l="l" t="t" r="r" b="b"/>
              <a:pathLst>
                <a:path w="7360285" h="7355459">
                  <a:moveTo>
                    <a:pt x="0" y="3677793"/>
                  </a:moveTo>
                  <a:cubicBezTo>
                    <a:pt x="0" y="1646555"/>
                    <a:pt x="1647698" y="0"/>
                    <a:pt x="3680206" y="0"/>
                  </a:cubicBezTo>
                  <a:cubicBezTo>
                    <a:pt x="5712714" y="0"/>
                    <a:pt x="7360285" y="1646555"/>
                    <a:pt x="7360285" y="3677793"/>
                  </a:cubicBezTo>
                  <a:cubicBezTo>
                    <a:pt x="7360285" y="5709031"/>
                    <a:pt x="5712714" y="7355459"/>
                    <a:pt x="3680206" y="7355459"/>
                  </a:cubicBezTo>
                  <a:cubicBezTo>
                    <a:pt x="1647698" y="7355459"/>
                    <a:pt x="0" y="5708904"/>
                    <a:pt x="0" y="3677793"/>
                  </a:cubicBezTo>
                  <a:close/>
                </a:path>
              </a:pathLst>
            </a:custGeom>
            <a:blipFill>
              <a:blip r:embed="rId8"/>
              <a:stretch>
                <a:fillRect l="-462" t="-345" r="-463" b="-346"/>
              </a:stretch>
            </a:blipFill>
          </p:spPr>
        </p:sp>
        <p:sp>
          <p:nvSpPr>
            <p:cNvPr id="8" name="Freeform 8"/>
            <p:cNvSpPr/>
            <p:nvPr/>
          </p:nvSpPr>
          <p:spPr>
            <a:xfrm>
              <a:off x="0" y="0"/>
              <a:ext cx="7411085" cy="7406259"/>
            </a:xfrm>
            <a:custGeom>
              <a:avLst/>
              <a:gdLst/>
              <a:ahLst/>
              <a:cxnLst/>
              <a:rect l="l" t="t" r="r" b="b"/>
              <a:pathLst>
                <a:path w="7411085" h="7406259">
                  <a:moveTo>
                    <a:pt x="0" y="3703193"/>
                  </a:moveTo>
                  <a:cubicBezTo>
                    <a:pt x="0" y="1657985"/>
                    <a:pt x="1659001" y="0"/>
                    <a:pt x="3705606" y="0"/>
                  </a:cubicBezTo>
                  <a:lnTo>
                    <a:pt x="3705606" y="25400"/>
                  </a:lnTo>
                  <a:lnTo>
                    <a:pt x="3705606" y="0"/>
                  </a:lnTo>
                  <a:cubicBezTo>
                    <a:pt x="5752084" y="0"/>
                    <a:pt x="7411085" y="1657985"/>
                    <a:pt x="7411085" y="3703193"/>
                  </a:cubicBezTo>
                  <a:cubicBezTo>
                    <a:pt x="7411085" y="5748401"/>
                    <a:pt x="5752084" y="7406259"/>
                    <a:pt x="3705606" y="7406259"/>
                  </a:cubicBezTo>
                  <a:lnTo>
                    <a:pt x="3705606" y="7380859"/>
                  </a:lnTo>
                  <a:lnTo>
                    <a:pt x="3705606" y="7406259"/>
                  </a:lnTo>
                  <a:cubicBezTo>
                    <a:pt x="1659001" y="7406259"/>
                    <a:pt x="0" y="5748401"/>
                    <a:pt x="0" y="3703193"/>
                  </a:cubicBezTo>
                  <a:lnTo>
                    <a:pt x="25400" y="3703193"/>
                  </a:lnTo>
                  <a:lnTo>
                    <a:pt x="46736" y="3716909"/>
                  </a:lnTo>
                  <a:cubicBezTo>
                    <a:pt x="40640" y="3726434"/>
                    <a:pt x="29083" y="3730752"/>
                    <a:pt x="18161" y="3727577"/>
                  </a:cubicBezTo>
                  <a:cubicBezTo>
                    <a:pt x="7239" y="3724402"/>
                    <a:pt x="0" y="3714496"/>
                    <a:pt x="0" y="3703193"/>
                  </a:cubicBezTo>
                  <a:moveTo>
                    <a:pt x="50800" y="3703193"/>
                  </a:moveTo>
                  <a:lnTo>
                    <a:pt x="25400" y="3703193"/>
                  </a:lnTo>
                  <a:lnTo>
                    <a:pt x="4064" y="3689477"/>
                  </a:lnTo>
                  <a:cubicBezTo>
                    <a:pt x="10160" y="3679952"/>
                    <a:pt x="21717" y="3675634"/>
                    <a:pt x="32639" y="3678809"/>
                  </a:cubicBezTo>
                  <a:cubicBezTo>
                    <a:pt x="43561" y="3681984"/>
                    <a:pt x="50800" y="3691890"/>
                    <a:pt x="50800" y="3703193"/>
                  </a:cubicBezTo>
                  <a:cubicBezTo>
                    <a:pt x="50800" y="5720334"/>
                    <a:pt x="1687068" y="7355459"/>
                    <a:pt x="3705606" y="7355459"/>
                  </a:cubicBezTo>
                  <a:cubicBezTo>
                    <a:pt x="5724144" y="7355459"/>
                    <a:pt x="7360285" y="5720334"/>
                    <a:pt x="7360285" y="3703193"/>
                  </a:cubicBezTo>
                  <a:lnTo>
                    <a:pt x="7385685" y="3703193"/>
                  </a:lnTo>
                  <a:lnTo>
                    <a:pt x="7360285" y="3703193"/>
                  </a:lnTo>
                  <a:cubicBezTo>
                    <a:pt x="7360285" y="1686052"/>
                    <a:pt x="5724017" y="50800"/>
                    <a:pt x="3705606" y="50800"/>
                  </a:cubicBezTo>
                  <a:lnTo>
                    <a:pt x="3705606" y="25400"/>
                  </a:lnTo>
                  <a:lnTo>
                    <a:pt x="3705606" y="50800"/>
                  </a:lnTo>
                  <a:cubicBezTo>
                    <a:pt x="1687068" y="50800"/>
                    <a:pt x="50800" y="1686052"/>
                    <a:pt x="50800" y="3703193"/>
                  </a:cubicBezTo>
                  <a:close/>
                </a:path>
              </a:pathLst>
            </a:custGeom>
            <a:solidFill>
              <a:srgbClr val="F3FF36"/>
            </a:solidFill>
          </p:spPr>
        </p:sp>
      </p:grpSp>
      <p:grpSp>
        <p:nvGrpSpPr>
          <p:cNvPr id="9" name="Group 9"/>
          <p:cNvGrpSpPr/>
          <p:nvPr/>
        </p:nvGrpSpPr>
        <p:grpSpPr>
          <a:xfrm>
            <a:off x="1428480" y="3085920"/>
            <a:ext cx="9638640" cy="2323440"/>
            <a:chOff x="0" y="0"/>
            <a:chExt cx="12851520" cy="3097920"/>
          </a:xfrm>
        </p:grpSpPr>
        <p:sp>
          <p:nvSpPr>
            <p:cNvPr id="10" name="Freeform 10"/>
            <p:cNvSpPr/>
            <p:nvPr/>
          </p:nvSpPr>
          <p:spPr>
            <a:xfrm>
              <a:off x="0" y="0"/>
              <a:ext cx="12851520" cy="3097920"/>
            </a:xfrm>
            <a:custGeom>
              <a:avLst/>
              <a:gdLst/>
              <a:ahLst/>
              <a:cxnLst/>
              <a:rect l="l" t="t" r="r" b="b"/>
              <a:pathLst>
                <a:path w="12851520" h="3097920">
                  <a:moveTo>
                    <a:pt x="0" y="0"/>
                  </a:moveTo>
                  <a:lnTo>
                    <a:pt x="12851520" y="0"/>
                  </a:lnTo>
                  <a:lnTo>
                    <a:pt x="12851520" y="3097920"/>
                  </a:lnTo>
                  <a:lnTo>
                    <a:pt x="0" y="3097920"/>
                  </a:lnTo>
                  <a:close/>
                </a:path>
              </a:pathLst>
            </a:custGeom>
            <a:solidFill>
              <a:srgbClr val="000000">
                <a:alpha val="0"/>
              </a:srgbClr>
            </a:solidFill>
          </p:spPr>
        </p:sp>
        <p:sp>
          <p:nvSpPr>
            <p:cNvPr id="11" name="TextBox 11"/>
            <p:cNvSpPr txBox="1"/>
            <p:nvPr/>
          </p:nvSpPr>
          <p:spPr>
            <a:xfrm>
              <a:off x="0" y="0"/>
              <a:ext cx="12851520" cy="3097920"/>
            </a:xfrm>
            <a:prstGeom prst="rect">
              <a:avLst/>
            </a:prstGeom>
          </p:spPr>
          <p:txBody>
            <a:bodyPr lIns="0" tIns="0" rIns="0" bIns="0" rtlCol="0" anchor="b"/>
            <a:lstStyle/>
            <a:p>
              <a:pPr algn="l">
                <a:lnSpc>
                  <a:spcPts val="7200"/>
                </a:lnSpc>
              </a:pPr>
              <a:r>
                <a:rPr lang="en-US" sz="6000" spc="-1">
                  <a:solidFill>
                    <a:srgbClr val="F3FF36"/>
                  </a:solidFill>
                  <a:latin typeface="Dela Gothic One"/>
                  <a:ea typeface="Dela Gothic One"/>
                  <a:cs typeface="Dela Gothic One"/>
                  <a:sym typeface="Dela Gothic One"/>
                </a:rPr>
                <a:t>Pandas</a:t>
              </a:r>
            </a:p>
          </p:txBody>
        </p:sp>
      </p:grpSp>
      <p:grpSp>
        <p:nvGrpSpPr>
          <p:cNvPr id="12" name="Group 12"/>
          <p:cNvGrpSpPr/>
          <p:nvPr/>
        </p:nvGrpSpPr>
        <p:grpSpPr>
          <a:xfrm>
            <a:off x="1428480" y="5410080"/>
            <a:ext cx="9638640" cy="1789920"/>
            <a:chOff x="0" y="0"/>
            <a:chExt cx="12851520" cy="2386560"/>
          </a:xfrm>
        </p:grpSpPr>
        <p:sp>
          <p:nvSpPr>
            <p:cNvPr id="13" name="Freeform 13"/>
            <p:cNvSpPr/>
            <p:nvPr/>
          </p:nvSpPr>
          <p:spPr>
            <a:xfrm>
              <a:off x="0" y="0"/>
              <a:ext cx="12851520" cy="2386560"/>
            </a:xfrm>
            <a:custGeom>
              <a:avLst/>
              <a:gdLst/>
              <a:ahLst/>
              <a:cxnLst/>
              <a:rect l="l" t="t" r="r" b="b"/>
              <a:pathLst>
                <a:path w="12851520" h="2386560">
                  <a:moveTo>
                    <a:pt x="0" y="0"/>
                  </a:moveTo>
                  <a:lnTo>
                    <a:pt x="12851520" y="0"/>
                  </a:lnTo>
                  <a:lnTo>
                    <a:pt x="12851520" y="2386560"/>
                  </a:lnTo>
                  <a:lnTo>
                    <a:pt x="0" y="2386560"/>
                  </a:lnTo>
                  <a:close/>
                </a:path>
              </a:pathLst>
            </a:custGeom>
            <a:solidFill>
              <a:srgbClr val="000000">
                <a:alpha val="0"/>
              </a:srgbClr>
            </a:solidFill>
          </p:spPr>
        </p:sp>
        <p:sp>
          <p:nvSpPr>
            <p:cNvPr id="14" name="TextBox 14"/>
            <p:cNvSpPr txBox="1"/>
            <p:nvPr/>
          </p:nvSpPr>
          <p:spPr>
            <a:xfrm>
              <a:off x="0" y="28575"/>
              <a:ext cx="12851520" cy="2357985"/>
            </a:xfrm>
            <a:prstGeom prst="rect">
              <a:avLst/>
            </a:prstGeom>
          </p:spPr>
          <p:txBody>
            <a:bodyPr lIns="0" tIns="0" rIns="0" bIns="0" rtlCol="0" anchor="t"/>
            <a:lstStyle/>
            <a:p>
              <a:pPr algn="l">
                <a:lnSpc>
                  <a:spcPts val="2828"/>
                </a:lnSpc>
              </a:pPr>
              <a:r>
                <a:rPr lang="en-US" sz="2619" b="1" spc="-1">
                  <a:solidFill>
                    <a:srgbClr val="FFFFFF"/>
                  </a:solidFill>
                  <a:latin typeface="Montserrat Medium"/>
                  <a:ea typeface="Montserrat Medium"/>
                  <a:cs typeface="Montserrat Medium"/>
                  <a:sym typeface="Montserrat Medium"/>
                </a:rPr>
                <a:t>Pandas is an essential library for data manipulation and analysis. It provides data structures like Series and DataFrame that allow for easy data manipulation, including filtering, grouping, and joining datasets efficiently.</a:t>
              </a:r>
            </a:p>
          </p:txBody>
        </p:sp>
      </p:gr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F4272"/>
        </a:solidFill>
        <a:effectLst/>
      </p:bgPr>
    </p:bg>
    <p:spTree>
      <p:nvGrpSpPr>
        <p:cNvPr id="1" name=""/>
        <p:cNvGrpSpPr/>
        <p:nvPr/>
      </p:nvGrpSpPr>
      <p:grpSpPr>
        <a:xfrm>
          <a:off x="0" y="0"/>
          <a:ext cx="0" cy="0"/>
          <a:chOff x="0" y="0"/>
          <a:chExt cx="0" cy="0"/>
        </a:xfrm>
      </p:grpSpPr>
      <p:sp>
        <p:nvSpPr>
          <p:cNvPr id="2" name="Freeform 2"/>
          <p:cNvSpPr/>
          <p:nvPr/>
        </p:nvSpPr>
        <p:spPr>
          <a:xfrm>
            <a:off x="0" y="0"/>
            <a:ext cx="18287280" cy="10286640"/>
          </a:xfrm>
          <a:custGeom>
            <a:avLst/>
            <a:gdLst/>
            <a:ahLst/>
            <a:cxnLst/>
            <a:rect l="l" t="t" r="r" b="b"/>
            <a:pathLst>
              <a:path w="18287280" h="10286640">
                <a:moveTo>
                  <a:pt x="0" y="0"/>
                </a:moveTo>
                <a:lnTo>
                  <a:pt x="18287280" y="0"/>
                </a:lnTo>
                <a:lnTo>
                  <a:pt x="18287280" y="10286640"/>
                </a:lnTo>
                <a:lnTo>
                  <a:pt x="0" y="10286640"/>
                </a:lnTo>
                <a:lnTo>
                  <a:pt x="0" y="0"/>
                </a:lnTo>
                <a:close/>
              </a:path>
            </a:pathLst>
          </a:custGeom>
          <a:blipFill>
            <a:blip r:embed="rId2">
              <a:alphaModFix amt="39000"/>
            </a:blip>
            <a:stretch>
              <a:fillRect/>
            </a:stretch>
          </a:blipFill>
        </p:spPr>
      </p:sp>
      <p:sp>
        <p:nvSpPr>
          <p:cNvPr id="3" name="Freeform 3"/>
          <p:cNvSpPr/>
          <p:nvPr/>
        </p:nvSpPr>
        <p:spPr>
          <a:xfrm>
            <a:off x="8479440" y="-300960"/>
            <a:ext cx="7501680" cy="7276320"/>
          </a:xfrm>
          <a:custGeom>
            <a:avLst/>
            <a:gdLst/>
            <a:ahLst/>
            <a:cxnLst/>
            <a:rect l="l" t="t" r="r" b="b"/>
            <a:pathLst>
              <a:path w="7501680" h="7276320">
                <a:moveTo>
                  <a:pt x="0" y="0"/>
                </a:moveTo>
                <a:lnTo>
                  <a:pt x="7501680" y="0"/>
                </a:lnTo>
                <a:lnTo>
                  <a:pt x="7501680" y="7276320"/>
                </a:lnTo>
                <a:lnTo>
                  <a:pt x="0" y="7276320"/>
                </a:lnTo>
                <a:lnTo>
                  <a:pt x="0" y="0"/>
                </a:lnTo>
                <a:close/>
              </a:path>
            </a:pathLst>
          </a:custGeom>
          <a:blipFill>
            <a:blip r:embed="rId3">
              <a:alphaModFix amt="79000"/>
            </a:blip>
            <a:stretch>
              <a:fillRect t="-2" b="-2"/>
            </a:stretch>
          </a:blipFill>
        </p:spPr>
      </p:sp>
      <p:sp>
        <p:nvSpPr>
          <p:cNvPr id="4" name="Freeform 4"/>
          <p:cNvSpPr/>
          <p:nvPr/>
        </p:nvSpPr>
        <p:spPr>
          <a:xfrm>
            <a:off x="9234000" y="-5860800"/>
            <a:ext cx="10170000" cy="10286640"/>
          </a:xfrm>
          <a:custGeom>
            <a:avLst/>
            <a:gdLst/>
            <a:ahLst/>
            <a:cxnLst/>
            <a:rect l="l" t="t" r="r" b="b"/>
            <a:pathLst>
              <a:path w="10170000" h="10286640">
                <a:moveTo>
                  <a:pt x="0" y="0"/>
                </a:moveTo>
                <a:lnTo>
                  <a:pt x="10170000" y="0"/>
                </a:lnTo>
                <a:lnTo>
                  <a:pt x="10170000" y="10286640"/>
                </a:lnTo>
                <a:lnTo>
                  <a:pt x="0" y="10286640"/>
                </a:lnTo>
                <a:lnTo>
                  <a:pt x="0" y="0"/>
                </a:lnTo>
                <a:close/>
              </a:path>
            </a:pathLst>
          </a:custGeom>
          <a:blipFill>
            <a:blip r:embed="rId4"/>
            <a:stretch>
              <a:fillRect l="-1" r="-1"/>
            </a:stretch>
          </a:blipFill>
        </p:spPr>
      </p:sp>
      <p:sp>
        <p:nvSpPr>
          <p:cNvPr id="5" name="Freeform 5"/>
          <p:cNvSpPr/>
          <p:nvPr/>
        </p:nvSpPr>
        <p:spPr>
          <a:xfrm>
            <a:off x="-1077120" y="-1067040"/>
            <a:ext cx="20442240" cy="12420000"/>
          </a:xfrm>
          <a:custGeom>
            <a:avLst/>
            <a:gdLst/>
            <a:ahLst/>
            <a:cxnLst/>
            <a:rect l="l" t="t" r="r" b="b"/>
            <a:pathLst>
              <a:path w="20442240" h="12420000">
                <a:moveTo>
                  <a:pt x="0" y="0"/>
                </a:moveTo>
                <a:lnTo>
                  <a:pt x="20442240" y="0"/>
                </a:lnTo>
                <a:lnTo>
                  <a:pt x="20442240" y="12420000"/>
                </a:lnTo>
                <a:lnTo>
                  <a:pt x="0" y="12420000"/>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grpSp>
        <p:nvGrpSpPr>
          <p:cNvPr id="6" name="Group 6"/>
          <p:cNvGrpSpPr/>
          <p:nvPr/>
        </p:nvGrpSpPr>
        <p:grpSpPr>
          <a:xfrm>
            <a:off x="2876400" y="2171520"/>
            <a:ext cx="12515040" cy="3466080"/>
            <a:chOff x="0" y="0"/>
            <a:chExt cx="16686720" cy="4621440"/>
          </a:xfrm>
        </p:grpSpPr>
        <p:sp>
          <p:nvSpPr>
            <p:cNvPr id="7" name="Freeform 7"/>
            <p:cNvSpPr/>
            <p:nvPr/>
          </p:nvSpPr>
          <p:spPr>
            <a:xfrm>
              <a:off x="0" y="0"/>
              <a:ext cx="16686719" cy="4621440"/>
            </a:xfrm>
            <a:custGeom>
              <a:avLst/>
              <a:gdLst/>
              <a:ahLst/>
              <a:cxnLst/>
              <a:rect l="l" t="t" r="r" b="b"/>
              <a:pathLst>
                <a:path w="16686719" h="4621440">
                  <a:moveTo>
                    <a:pt x="0" y="0"/>
                  </a:moveTo>
                  <a:lnTo>
                    <a:pt x="16686719" y="0"/>
                  </a:lnTo>
                  <a:lnTo>
                    <a:pt x="16686719" y="4621440"/>
                  </a:lnTo>
                  <a:lnTo>
                    <a:pt x="0" y="4621440"/>
                  </a:lnTo>
                  <a:close/>
                </a:path>
              </a:pathLst>
            </a:custGeom>
            <a:solidFill>
              <a:srgbClr val="000000">
                <a:alpha val="0"/>
              </a:srgbClr>
            </a:solidFill>
          </p:spPr>
        </p:sp>
        <p:sp>
          <p:nvSpPr>
            <p:cNvPr id="8" name="TextBox 8"/>
            <p:cNvSpPr txBox="1"/>
            <p:nvPr/>
          </p:nvSpPr>
          <p:spPr>
            <a:xfrm>
              <a:off x="0" y="0"/>
              <a:ext cx="16686720" cy="4621440"/>
            </a:xfrm>
            <a:prstGeom prst="rect">
              <a:avLst/>
            </a:prstGeom>
          </p:spPr>
          <p:txBody>
            <a:bodyPr lIns="0" tIns="0" rIns="0" bIns="0" rtlCol="0" anchor="b"/>
            <a:lstStyle/>
            <a:p>
              <a:pPr algn="ctr">
                <a:lnSpc>
                  <a:spcPts val="9600"/>
                </a:lnSpc>
              </a:pPr>
              <a:r>
                <a:rPr lang="en-US" sz="8000" spc="-2">
                  <a:solidFill>
                    <a:srgbClr val="F3FF36"/>
                  </a:solidFill>
                  <a:latin typeface="Dela Gothic One"/>
                  <a:ea typeface="Dela Gothic One"/>
                  <a:cs typeface="Dela Gothic One"/>
                  <a:sym typeface="Dela Gothic One"/>
                </a:rPr>
                <a:t>Matplotlib</a:t>
              </a:r>
            </a:p>
          </p:txBody>
        </p:sp>
      </p:grpSp>
      <p:grpSp>
        <p:nvGrpSpPr>
          <p:cNvPr id="9" name="Group 9"/>
          <p:cNvGrpSpPr/>
          <p:nvPr/>
        </p:nvGrpSpPr>
        <p:grpSpPr>
          <a:xfrm>
            <a:off x="2876400" y="5639040"/>
            <a:ext cx="12515040" cy="1884960"/>
            <a:chOff x="0" y="0"/>
            <a:chExt cx="16686720" cy="2513280"/>
          </a:xfrm>
        </p:grpSpPr>
        <p:sp>
          <p:nvSpPr>
            <p:cNvPr id="10" name="Freeform 10"/>
            <p:cNvSpPr/>
            <p:nvPr/>
          </p:nvSpPr>
          <p:spPr>
            <a:xfrm>
              <a:off x="0" y="0"/>
              <a:ext cx="16686719" cy="2513280"/>
            </a:xfrm>
            <a:custGeom>
              <a:avLst/>
              <a:gdLst/>
              <a:ahLst/>
              <a:cxnLst/>
              <a:rect l="l" t="t" r="r" b="b"/>
              <a:pathLst>
                <a:path w="16686719" h="2513280">
                  <a:moveTo>
                    <a:pt x="0" y="0"/>
                  </a:moveTo>
                  <a:lnTo>
                    <a:pt x="16686719" y="0"/>
                  </a:lnTo>
                  <a:lnTo>
                    <a:pt x="16686719" y="2513280"/>
                  </a:lnTo>
                  <a:lnTo>
                    <a:pt x="0" y="2513280"/>
                  </a:lnTo>
                  <a:close/>
                </a:path>
              </a:pathLst>
            </a:custGeom>
            <a:solidFill>
              <a:srgbClr val="000000">
                <a:alpha val="0"/>
              </a:srgbClr>
            </a:solidFill>
          </p:spPr>
        </p:sp>
        <p:sp>
          <p:nvSpPr>
            <p:cNvPr id="11" name="TextBox 11"/>
            <p:cNvSpPr txBox="1"/>
            <p:nvPr/>
          </p:nvSpPr>
          <p:spPr>
            <a:xfrm>
              <a:off x="0" y="9525"/>
              <a:ext cx="16686720" cy="2503755"/>
            </a:xfrm>
            <a:prstGeom prst="rect">
              <a:avLst/>
            </a:prstGeom>
          </p:spPr>
          <p:txBody>
            <a:bodyPr lIns="0" tIns="0" rIns="0" bIns="0" rtlCol="0" anchor="t"/>
            <a:lstStyle/>
            <a:p>
              <a:pPr algn="ctr">
                <a:lnSpc>
                  <a:spcPts val="3359"/>
                </a:lnSpc>
              </a:pPr>
              <a:r>
                <a:rPr lang="en-US" sz="2799" b="1" spc="-1">
                  <a:solidFill>
                    <a:srgbClr val="FFFFFF"/>
                  </a:solidFill>
                  <a:latin typeface="Montserrat Medium"/>
                  <a:ea typeface="Montserrat Medium"/>
                  <a:cs typeface="Montserrat Medium"/>
                  <a:sym typeface="Montserrat Medium"/>
                </a:rPr>
                <a:t>Matplotlib is a plotting library that enables the creation of static, animated, and interactive visualizations in Python. It is highly customizable and is often used for creating graphs and charts from data.</a:t>
              </a:r>
            </a:p>
          </p:txBody>
        </p:sp>
      </p:grpSp>
      <p:sp>
        <p:nvSpPr>
          <p:cNvPr id="12" name="Freeform 12"/>
          <p:cNvSpPr/>
          <p:nvPr/>
        </p:nvSpPr>
        <p:spPr>
          <a:xfrm>
            <a:off x="12770640" y="3520800"/>
            <a:ext cx="644400" cy="645840"/>
          </a:xfrm>
          <a:custGeom>
            <a:avLst/>
            <a:gdLst/>
            <a:ahLst/>
            <a:cxnLst/>
            <a:rect l="l" t="t" r="r" b="b"/>
            <a:pathLst>
              <a:path w="644400" h="645840">
                <a:moveTo>
                  <a:pt x="0" y="0"/>
                </a:moveTo>
                <a:lnTo>
                  <a:pt x="644400" y="0"/>
                </a:lnTo>
                <a:lnTo>
                  <a:pt x="644400" y="645840"/>
                </a:lnTo>
                <a:lnTo>
                  <a:pt x="0" y="645840"/>
                </a:lnTo>
                <a:lnTo>
                  <a:pt x="0" y="0"/>
                </a:lnTo>
                <a:close/>
              </a:path>
            </a:pathLst>
          </a:custGeom>
          <a:blipFill>
            <a:blip r:embed="rId7">
              <a:extLst>
                <a:ext uri="{96DAC541-7B7A-43D3-8B79-37D633B846F1}">
                  <asvg:svgBlip xmlns:asvg="http://schemas.microsoft.com/office/drawing/2016/SVG/main" xmlns="" r:embed="rId8"/>
                </a:ext>
              </a:extLst>
            </a:blip>
            <a:stretch>
              <a:fillRect/>
            </a:stretch>
          </a:blipFill>
        </p:spPr>
      </p:sp>
      <p:sp>
        <p:nvSpPr>
          <p:cNvPr id="13" name="Freeform 13"/>
          <p:cNvSpPr/>
          <p:nvPr/>
        </p:nvSpPr>
        <p:spPr>
          <a:xfrm>
            <a:off x="4721760" y="4676400"/>
            <a:ext cx="434160" cy="434880"/>
          </a:xfrm>
          <a:custGeom>
            <a:avLst/>
            <a:gdLst/>
            <a:ahLst/>
            <a:cxnLst/>
            <a:rect l="l" t="t" r="r" b="b"/>
            <a:pathLst>
              <a:path w="434160" h="434880">
                <a:moveTo>
                  <a:pt x="0" y="0"/>
                </a:moveTo>
                <a:lnTo>
                  <a:pt x="434160" y="0"/>
                </a:lnTo>
                <a:lnTo>
                  <a:pt x="434160" y="434880"/>
                </a:lnTo>
                <a:lnTo>
                  <a:pt x="0" y="434880"/>
                </a:lnTo>
                <a:lnTo>
                  <a:pt x="0" y="0"/>
                </a:lnTo>
                <a:close/>
              </a:path>
            </a:pathLst>
          </a:custGeom>
          <a:blipFill>
            <a:blip r:embed="rId9">
              <a:extLst>
                <a:ext uri="{96DAC541-7B7A-43D3-8B79-37D633B846F1}">
                  <asvg:svgBlip xmlns:asvg="http://schemas.microsoft.com/office/drawing/2016/SVG/main" xmlns="" r:embed="rId10"/>
                </a:ext>
              </a:extLst>
            </a:blip>
            <a:stretch>
              <a:fillRect/>
            </a:stretch>
          </a:blipFill>
        </p:spPr>
      </p:sp>
      <p:sp>
        <p:nvSpPr>
          <p:cNvPr id="14" name="Freeform 14"/>
          <p:cNvSpPr/>
          <p:nvPr/>
        </p:nvSpPr>
        <p:spPr>
          <a:xfrm>
            <a:off x="14101920" y="7082640"/>
            <a:ext cx="434160" cy="434880"/>
          </a:xfrm>
          <a:custGeom>
            <a:avLst/>
            <a:gdLst/>
            <a:ahLst/>
            <a:cxnLst/>
            <a:rect l="l" t="t" r="r" b="b"/>
            <a:pathLst>
              <a:path w="434160" h="434880">
                <a:moveTo>
                  <a:pt x="0" y="0"/>
                </a:moveTo>
                <a:lnTo>
                  <a:pt x="434160" y="0"/>
                </a:lnTo>
                <a:lnTo>
                  <a:pt x="434160" y="434880"/>
                </a:lnTo>
                <a:lnTo>
                  <a:pt x="0" y="434880"/>
                </a:lnTo>
                <a:lnTo>
                  <a:pt x="0" y="0"/>
                </a:lnTo>
                <a:close/>
              </a:path>
            </a:pathLst>
          </a:custGeom>
          <a:blipFill>
            <a:blip r:embed="rId9">
              <a:extLst>
                <a:ext uri="{96DAC541-7B7A-43D3-8B79-37D633B846F1}">
                  <asvg:svgBlip xmlns:asvg="http://schemas.microsoft.com/office/drawing/2016/SVG/main" xmlns="" r:embed="rId10"/>
                </a:ext>
              </a:extLst>
            </a:blip>
            <a:stretch>
              <a:fillRect/>
            </a:stretch>
          </a:blipFill>
        </p:spPr>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F4272"/>
        </a:solidFill>
        <a:effectLst/>
      </p:bgPr>
    </p:bg>
    <p:spTree>
      <p:nvGrpSpPr>
        <p:cNvPr id="1" name=""/>
        <p:cNvGrpSpPr/>
        <p:nvPr/>
      </p:nvGrpSpPr>
      <p:grpSpPr>
        <a:xfrm>
          <a:off x="0" y="0"/>
          <a:ext cx="0" cy="0"/>
          <a:chOff x="0" y="0"/>
          <a:chExt cx="0" cy="0"/>
        </a:xfrm>
      </p:grpSpPr>
      <p:sp>
        <p:nvSpPr>
          <p:cNvPr id="2" name="Freeform 2"/>
          <p:cNvSpPr/>
          <p:nvPr/>
        </p:nvSpPr>
        <p:spPr>
          <a:xfrm>
            <a:off x="0" y="0"/>
            <a:ext cx="18287280" cy="10286640"/>
          </a:xfrm>
          <a:custGeom>
            <a:avLst/>
            <a:gdLst/>
            <a:ahLst/>
            <a:cxnLst/>
            <a:rect l="l" t="t" r="r" b="b"/>
            <a:pathLst>
              <a:path w="18287280" h="10286640">
                <a:moveTo>
                  <a:pt x="0" y="0"/>
                </a:moveTo>
                <a:lnTo>
                  <a:pt x="18287280" y="0"/>
                </a:lnTo>
                <a:lnTo>
                  <a:pt x="18287280" y="10286640"/>
                </a:lnTo>
                <a:lnTo>
                  <a:pt x="0" y="10286640"/>
                </a:lnTo>
                <a:lnTo>
                  <a:pt x="0" y="0"/>
                </a:lnTo>
                <a:close/>
              </a:path>
            </a:pathLst>
          </a:custGeom>
          <a:blipFill>
            <a:blip r:embed="rId2">
              <a:alphaModFix amt="40000"/>
            </a:blip>
            <a:stretch>
              <a:fillRect l="-36100" t="-61464" r="-27035" b="-1670"/>
            </a:stretch>
          </a:blipFill>
        </p:spPr>
      </p:sp>
      <p:sp>
        <p:nvSpPr>
          <p:cNvPr id="3" name="Freeform 3"/>
          <p:cNvSpPr/>
          <p:nvPr/>
        </p:nvSpPr>
        <p:spPr>
          <a:xfrm>
            <a:off x="-5451120" y="-1882080"/>
            <a:ext cx="10170000" cy="10286640"/>
          </a:xfrm>
          <a:custGeom>
            <a:avLst/>
            <a:gdLst/>
            <a:ahLst/>
            <a:cxnLst/>
            <a:rect l="l" t="t" r="r" b="b"/>
            <a:pathLst>
              <a:path w="10170000" h="10286640">
                <a:moveTo>
                  <a:pt x="0" y="0"/>
                </a:moveTo>
                <a:lnTo>
                  <a:pt x="10170000" y="0"/>
                </a:lnTo>
                <a:lnTo>
                  <a:pt x="10170000" y="10286640"/>
                </a:lnTo>
                <a:lnTo>
                  <a:pt x="0" y="10286640"/>
                </a:lnTo>
                <a:lnTo>
                  <a:pt x="0" y="0"/>
                </a:lnTo>
                <a:close/>
              </a:path>
            </a:pathLst>
          </a:custGeom>
          <a:blipFill>
            <a:blip r:embed="rId3"/>
            <a:stretch>
              <a:fillRect l="-1" r="-1"/>
            </a:stretch>
          </a:blipFill>
        </p:spPr>
      </p:sp>
      <p:sp>
        <p:nvSpPr>
          <p:cNvPr id="4" name="Freeform 4"/>
          <p:cNvSpPr/>
          <p:nvPr/>
        </p:nvSpPr>
        <p:spPr>
          <a:xfrm>
            <a:off x="7920720" y="5795280"/>
            <a:ext cx="7501680" cy="7276320"/>
          </a:xfrm>
          <a:custGeom>
            <a:avLst/>
            <a:gdLst/>
            <a:ahLst/>
            <a:cxnLst/>
            <a:rect l="l" t="t" r="r" b="b"/>
            <a:pathLst>
              <a:path w="7501680" h="7276320">
                <a:moveTo>
                  <a:pt x="0" y="0"/>
                </a:moveTo>
                <a:lnTo>
                  <a:pt x="7501680" y="0"/>
                </a:lnTo>
                <a:lnTo>
                  <a:pt x="7501680" y="7276320"/>
                </a:lnTo>
                <a:lnTo>
                  <a:pt x="0" y="7276320"/>
                </a:lnTo>
                <a:lnTo>
                  <a:pt x="0" y="0"/>
                </a:lnTo>
                <a:close/>
              </a:path>
            </a:pathLst>
          </a:custGeom>
          <a:blipFill>
            <a:blip r:embed="rId4">
              <a:alphaModFix amt="79000"/>
            </a:blip>
            <a:stretch>
              <a:fillRect t="-2" b="-2"/>
            </a:stretch>
          </a:blipFill>
        </p:spPr>
      </p:sp>
      <p:sp>
        <p:nvSpPr>
          <p:cNvPr id="5" name="Freeform 5"/>
          <p:cNvSpPr/>
          <p:nvPr/>
        </p:nvSpPr>
        <p:spPr>
          <a:xfrm>
            <a:off x="-1070640" y="1080000"/>
            <a:ext cx="20429280" cy="8323200"/>
          </a:xfrm>
          <a:custGeom>
            <a:avLst/>
            <a:gdLst/>
            <a:ahLst/>
            <a:cxnLst/>
            <a:rect l="l" t="t" r="r" b="b"/>
            <a:pathLst>
              <a:path w="20429280" h="8323200">
                <a:moveTo>
                  <a:pt x="0" y="0"/>
                </a:moveTo>
                <a:lnTo>
                  <a:pt x="20429280" y="0"/>
                </a:lnTo>
                <a:lnTo>
                  <a:pt x="20429280" y="8323200"/>
                </a:lnTo>
                <a:lnTo>
                  <a:pt x="0" y="8323200"/>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6" name="Freeform 6"/>
          <p:cNvSpPr/>
          <p:nvPr/>
        </p:nvSpPr>
        <p:spPr>
          <a:xfrm>
            <a:off x="668160" y="2676240"/>
            <a:ext cx="434160" cy="434880"/>
          </a:xfrm>
          <a:custGeom>
            <a:avLst/>
            <a:gdLst/>
            <a:ahLst/>
            <a:cxnLst/>
            <a:rect l="l" t="t" r="r" b="b"/>
            <a:pathLst>
              <a:path w="434160" h="434880">
                <a:moveTo>
                  <a:pt x="0" y="0"/>
                </a:moveTo>
                <a:lnTo>
                  <a:pt x="434160" y="0"/>
                </a:lnTo>
                <a:lnTo>
                  <a:pt x="434160" y="434880"/>
                </a:lnTo>
                <a:lnTo>
                  <a:pt x="0" y="434880"/>
                </a:lnTo>
                <a:lnTo>
                  <a:pt x="0" y="0"/>
                </a:lnTo>
                <a:close/>
              </a:path>
            </a:pathLst>
          </a:custGeom>
          <a:blipFill>
            <a:blip r:embed="rId7">
              <a:extLst>
                <a:ext uri="{96DAC541-7B7A-43D3-8B79-37D633B846F1}">
                  <asvg:svgBlip xmlns:asvg="http://schemas.microsoft.com/office/drawing/2016/SVG/main" xmlns="" r:embed="rId8"/>
                </a:ext>
              </a:extLst>
            </a:blip>
            <a:stretch>
              <a:fillRect/>
            </a:stretch>
          </a:blipFill>
        </p:spPr>
      </p:sp>
      <p:grpSp>
        <p:nvGrpSpPr>
          <p:cNvPr id="7" name="Group 7"/>
          <p:cNvGrpSpPr/>
          <p:nvPr/>
        </p:nvGrpSpPr>
        <p:grpSpPr>
          <a:xfrm>
            <a:off x="1428480" y="1581120"/>
            <a:ext cx="10724400" cy="3237840"/>
            <a:chOff x="0" y="0"/>
            <a:chExt cx="14299200" cy="4317120"/>
          </a:xfrm>
        </p:grpSpPr>
        <p:sp>
          <p:nvSpPr>
            <p:cNvPr id="8" name="Freeform 8"/>
            <p:cNvSpPr/>
            <p:nvPr/>
          </p:nvSpPr>
          <p:spPr>
            <a:xfrm>
              <a:off x="0" y="0"/>
              <a:ext cx="14299200" cy="4317120"/>
            </a:xfrm>
            <a:custGeom>
              <a:avLst/>
              <a:gdLst/>
              <a:ahLst/>
              <a:cxnLst/>
              <a:rect l="l" t="t" r="r" b="b"/>
              <a:pathLst>
                <a:path w="14299200" h="4317120">
                  <a:moveTo>
                    <a:pt x="0" y="0"/>
                  </a:moveTo>
                  <a:lnTo>
                    <a:pt x="14299200" y="0"/>
                  </a:lnTo>
                  <a:lnTo>
                    <a:pt x="14299200" y="4317120"/>
                  </a:lnTo>
                  <a:lnTo>
                    <a:pt x="0" y="4317120"/>
                  </a:lnTo>
                  <a:close/>
                </a:path>
              </a:pathLst>
            </a:custGeom>
            <a:solidFill>
              <a:srgbClr val="000000">
                <a:alpha val="0"/>
              </a:srgbClr>
            </a:solidFill>
          </p:spPr>
        </p:sp>
        <p:sp>
          <p:nvSpPr>
            <p:cNvPr id="9" name="TextBox 9"/>
            <p:cNvSpPr txBox="1"/>
            <p:nvPr/>
          </p:nvSpPr>
          <p:spPr>
            <a:xfrm>
              <a:off x="0" y="0"/>
              <a:ext cx="14299200" cy="4317120"/>
            </a:xfrm>
            <a:prstGeom prst="rect">
              <a:avLst/>
            </a:prstGeom>
          </p:spPr>
          <p:txBody>
            <a:bodyPr lIns="0" tIns="0" rIns="0" bIns="0" rtlCol="0" anchor="b"/>
            <a:lstStyle/>
            <a:p>
              <a:pPr algn="l">
                <a:lnSpc>
                  <a:spcPts val="9600"/>
                </a:lnSpc>
              </a:pPr>
              <a:r>
                <a:rPr lang="en-US" sz="8000" spc="-2">
                  <a:solidFill>
                    <a:srgbClr val="F3FF36"/>
                  </a:solidFill>
                  <a:latin typeface="Dela Gothic One"/>
                  <a:ea typeface="Dela Gothic One"/>
                  <a:cs typeface="Dela Gothic One"/>
                  <a:sym typeface="Dela Gothic One"/>
                </a:rPr>
                <a:t>Data Analysis</a:t>
              </a:r>
            </a:p>
          </p:txBody>
        </p:sp>
      </p:grpSp>
      <p:grpSp>
        <p:nvGrpSpPr>
          <p:cNvPr id="10" name="Group 10"/>
          <p:cNvGrpSpPr/>
          <p:nvPr/>
        </p:nvGrpSpPr>
        <p:grpSpPr>
          <a:xfrm>
            <a:off x="1428480" y="4819680"/>
            <a:ext cx="10724400" cy="4057200"/>
            <a:chOff x="0" y="0"/>
            <a:chExt cx="14299200" cy="5409600"/>
          </a:xfrm>
        </p:grpSpPr>
        <p:sp>
          <p:nvSpPr>
            <p:cNvPr id="11" name="Freeform 11"/>
            <p:cNvSpPr/>
            <p:nvPr/>
          </p:nvSpPr>
          <p:spPr>
            <a:xfrm>
              <a:off x="0" y="0"/>
              <a:ext cx="14299200" cy="5409600"/>
            </a:xfrm>
            <a:custGeom>
              <a:avLst/>
              <a:gdLst/>
              <a:ahLst/>
              <a:cxnLst/>
              <a:rect l="l" t="t" r="r" b="b"/>
              <a:pathLst>
                <a:path w="14299200" h="5409600">
                  <a:moveTo>
                    <a:pt x="0" y="0"/>
                  </a:moveTo>
                  <a:lnTo>
                    <a:pt x="14299200" y="0"/>
                  </a:lnTo>
                  <a:lnTo>
                    <a:pt x="14299200" y="5409600"/>
                  </a:lnTo>
                  <a:lnTo>
                    <a:pt x="0" y="5409600"/>
                  </a:lnTo>
                  <a:close/>
                </a:path>
              </a:pathLst>
            </a:custGeom>
            <a:solidFill>
              <a:srgbClr val="000000">
                <a:alpha val="0"/>
              </a:srgbClr>
            </a:solidFill>
          </p:spPr>
        </p:sp>
        <p:sp>
          <p:nvSpPr>
            <p:cNvPr id="12" name="TextBox 12"/>
            <p:cNvSpPr txBox="1"/>
            <p:nvPr/>
          </p:nvSpPr>
          <p:spPr>
            <a:xfrm>
              <a:off x="0" y="0"/>
              <a:ext cx="14299200" cy="5409600"/>
            </a:xfrm>
            <a:prstGeom prst="rect">
              <a:avLst/>
            </a:prstGeom>
          </p:spPr>
          <p:txBody>
            <a:bodyPr lIns="0" tIns="0" rIns="0" bIns="0" rtlCol="0" anchor="t"/>
            <a:lstStyle/>
            <a:p>
              <a:pPr algn="l">
                <a:lnSpc>
                  <a:spcPts val="3840"/>
                </a:lnSpc>
              </a:pPr>
              <a:r>
                <a:rPr lang="en-US" sz="3200" b="1" spc="-2">
                  <a:solidFill>
                    <a:srgbClr val="FFFFFF"/>
                  </a:solidFill>
                  <a:latin typeface="Montserrat Medium"/>
                  <a:ea typeface="Montserrat Medium"/>
                  <a:cs typeface="Montserrat Medium"/>
                  <a:sym typeface="Montserrat Medium"/>
                </a:rPr>
                <a:t>Data analysis involves using libraries like Pandas and NumPy to manipulate and analyze datasets, enabling insights to be drawn from large data sources. This can include tasks like cleaning data, performing statistical analyses, and visualizing results with Matplotlib.</a:t>
              </a:r>
            </a:p>
          </p:txBody>
        </p:sp>
      </p:grpSp>
      <p:sp>
        <p:nvSpPr>
          <p:cNvPr id="13" name="Freeform 13"/>
          <p:cNvSpPr/>
          <p:nvPr/>
        </p:nvSpPr>
        <p:spPr>
          <a:xfrm>
            <a:off x="11926080" y="3430080"/>
            <a:ext cx="1577520" cy="1604880"/>
          </a:xfrm>
          <a:custGeom>
            <a:avLst/>
            <a:gdLst/>
            <a:ahLst/>
            <a:cxnLst/>
            <a:rect l="l" t="t" r="r" b="b"/>
            <a:pathLst>
              <a:path w="1577520" h="1604880">
                <a:moveTo>
                  <a:pt x="0" y="0"/>
                </a:moveTo>
                <a:lnTo>
                  <a:pt x="1577520" y="0"/>
                </a:lnTo>
                <a:lnTo>
                  <a:pt x="1577520" y="1604880"/>
                </a:lnTo>
                <a:lnTo>
                  <a:pt x="0" y="1604880"/>
                </a:lnTo>
                <a:lnTo>
                  <a:pt x="0" y="0"/>
                </a:lnTo>
                <a:close/>
              </a:path>
            </a:pathLst>
          </a:custGeom>
          <a:blipFill>
            <a:blip r:embed="rId9">
              <a:extLst>
                <a:ext uri="{96DAC541-7B7A-43D3-8B79-37D633B846F1}">
                  <asvg:svgBlip xmlns:asvg="http://schemas.microsoft.com/office/drawing/2016/SVG/main" xmlns="" r:embed="rId10"/>
                </a:ext>
              </a:extLst>
            </a:blip>
            <a:stretch>
              <a:fillRect/>
            </a:stretch>
          </a:blipFill>
        </p:spPr>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F4272"/>
        </a:solidFill>
        <a:effectLst/>
      </p:bgPr>
    </p:bg>
    <p:spTree>
      <p:nvGrpSpPr>
        <p:cNvPr id="1" name=""/>
        <p:cNvGrpSpPr/>
        <p:nvPr/>
      </p:nvGrpSpPr>
      <p:grpSpPr>
        <a:xfrm>
          <a:off x="0" y="0"/>
          <a:ext cx="0" cy="0"/>
          <a:chOff x="0" y="0"/>
          <a:chExt cx="0" cy="0"/>
        </a:xfrm>
      </p:grpSpPr>
      <p:sp>
        <p:nvSpPr>
          <p:cNvPr id="2" name="Freeform 2"/>
          <p:cNvSpPr/>
          <p:nvPr/>
        </p:nvSpPr>
        <p:spPr>
          <a:xfrm>
            <a:off x="0" y="0"/>
            <a:ext cx="18287280" cy="10286640"/>
          </a:xfrm>
          <a:custGeom>
            <a:avLst/>
            <a:gdLst/>
            <a:ahLst/>
            <a:cxnLst/>
            <a:rect l="l" t="t" r="r" b="b"/>
            <a:pathLst>
              <a:path w="18287280" h="10286640">
                <a:moveTo>
                  <a:pt x="0" y="0"/>
                </a:moveTo>
                <a:lnTo>
                  <a:pt x="18287280" y="0"/>
                </a:lnTo>
                <a:lnTo>
                  <a:pt x="18287280" y="10286640"/>
                </a:lnTo>
                <a:lnTo>
                  <a:pt x="0" y="10286640"/>
                </a:lnTo>
                <a:lnTo>
                  <a:pt x="0" y="0"/>
                </a:lnTo>
                <a:close/>
              </a:path>
            </a:pathLst>
          </a:custGeom>
          <a:blipFill>
            <a:blip r:embed="rId2">
              <a:alphaModFix amt="40000"/>
            </a:blip>
            <a:stretch>
              <a:fillRect/>
            </a:stretch>
          </a:blipFill>
        </p:spPr>
      </p:sp>
      <p:sp>
        <p:nvSpPr>
          <p:cNvPr id="3" name="Freeform 3"/>
          <p:cNvSpPr/>
          <p:nvPr/>
        </p:nvSpPr>
        <p:spPr>
          <a:xfrm>
            <a:off x="0" y="-3844080"/>
            <a:ext cx="7501680" cy="7276320"/>
          </a:xfrm>
          <a:custGeom>
            <a:avLst/>
            <a:gdLst/>
            <a:ahLst/>
            <a:cxnLst/>
            <a:rect l="l" t="t" r="r" b="b"/>
            <a:pathLst>
              <a:path w="7501680" h="7276320">
                <a:moveTo>
                  <a:pt x="0" y="0"/>
                </a:moveTo>
                <a:lnTo>
                  <a:pt x="7501680" y="0"/>
                </a:lnTo>
                <a:lnTo>
                  <a:pt x="7501680" y="7276320"/>
                </a:lnTo>
                <a:lnTo>
                  <a:pt x="0" y="7276320"/>
                </a:lnTo>
                <a:lnTo>
                  <a:pt x="0" y="0"/>
                </a:lnTo>
                <a:close/>
              </a:path>
            </a:pathLst>
          </a:custGeom>
          <a:blipFill>
            <a:blip r:embed="rId3">
              <a:alphaModFix amt="79000"/>
            </a:blip>
            <a:stretch>
              <a:fillRect t="-2" b="-2"/>
            </a:stretch>
          </a:blipFill>
        </p:spPr>
      </p:sp>
      <p:sp>
        <p:nvSpPr>
          <p:cNvPr id="4" name="Freeform 4"/>
          <p:cNvSpPr/>
          <p:nvPr/>
        </p:nvSpPr>
        <p:spPr>
          <a:xfrm>
            <a:off x="355680" y="9208080"/>
            <a:ext cx="17576640" cy="2144880"/>
          </a:xfrm>
          <a:custGeom>
            <a:avLst/>
            <a:gdLst/>
            <a:ahLst/>
            <a:cxnLst/>
            <a:rect l="l" t="t" r="r" b="b"/>
            <a:pathLst>
              <a:path w="17576640" h="2144880">
                <a:moveTo>
                  <a:pt x="0" y="0"/>
                </a:moveTo>
                <a:lnTo>
                  <a:pt x="17576640" y="0"/>
                </a:lnTo>
                <a:lnTo>
                  <a:pt x="17576640" y="2144880"/>
                </a:lnTo>
                <a:lnTo>
                  <a:pt x="0" y="2144880"/>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5" name="Freeform 5"/>
          <p:cNvSpPr/>
          <p:nvPr/>
        </p:nvSpPr>
        <p:spPr>
          <a:xfrm>
            <a:off x="629280" y="7784640"/>
            <a:ext cx="14505120" cy="2301840"/>
          </a:xfrm>
          <a:custGeom>
            <a:avLst/>
            <a:gdLst/>
            <a:ahLst/>
            <a:cxnLst/>
            <a:rect l="l" t="t" r="r" b="b"/>
            <a:pathLst>
              <a:path w="14505120" h="2301840">
                <a:moveTo>
                  <a:pt x="0" y="0"/>
                </a:moveTo>
                <a:lnTo>
                  <a:pt x="14505120" y="0"/>
                </a:lnTo>
                <a:lnTo>
                  <a:pt x="14505120" y="2301840"/>
                </a:lnTo>
                <a:lnTo>
                  <a:pt x="0" y="2301840"/>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grpSp>
        <p:nvGrpSpPr>
          <p:cNvPr id="6" name="Group 6"/>
          <p:cNvGrpSpPr/>
          <p:nvPr/>
        </p:nvGrpSpPr>
        <p:grpSpPr>
          <a:xfrm>
            <a:off x="11320950" y="2365590"/>
            <a:ext cx="5558340" cy="5554740"/>
            <a:chOff x="0" y="0"/>
            <a:chExt cx="7411120" cy="7406320"/>
          </a:xfrm>
        </p:grpSpPr>
        <p:sp>
          <p:nvSpPr>
            <p:cNvPr id="7" name="Freeform 7"/>
            <p:cNvSpPr/>
            <p:nvPr/>
          </p:nvSpPr>
          <p:spPr>
            <a:xfrm>
              <a:off x="25400" y="25400"/>
              <a:ext cx="7360285" cy="7355459"/>
            </a:xfrm>
            <a:custGeom>
              <a:avLst/>
              <a:gdLst/>
              <a:ahLst/>
              <a:cxnLst/>
              <a:rect l="l" t="t" r="r" b="b"/>
              <a:pathLst>
                <a:path w="7360285" h="7355459">
                  <a:moveTo>
                    <a:pt x="0" y="3677793"/>
                  </a:moveTo>
                  <a:cubicBezTo>
                    <a:pt x="0" y="1646555"/>
                    <a:pt x="1647698" y="0"/>
                    <a:pt x="3680206" y="0"/>
                  </a:cubicBezTo>
                  <a:cubicBezTo>
                    <a:pt x="5712714" y="0"/>
                    <a:pt x="7360285" y="1646555"/>
                    <a:pt x="7360285" y="3677793"/>
                  </a:cubicBezTo>
                  <a:cubicBezTo>
                    <a:pt x="7360285" y="5709031"/>
                    <a:pt x="5712714" y="7355459"/>
                    <a:pt x="3680206" y="7355459"/>
                  </a:cubicBezTo>
                  <a:cubicBezTo>
                    <a:pt x="1647698" y="7355459"/>
                    <a:pt x="0" y="5708904"/>
                    <a:pt x="0" y="3677793"/>
                  </a:cubicBezTo>
                  <a:close/>
                </a:path>
              </a:pathLst>
            </a:custGeom>
            <a:blipFill>
              <a:blip r:embed="rId8"/>
              <a:stretch>
                <a:fillRect l="-462" t="-345" r="-463" b="-346"/>
              </a:stretch>
            </a:blipFill>
          </p:spPr>
        </p:sp>
        <p:sp>
          <p:nvSpPr>
            <p:cNvPr id="8" name="Freeform 8"/>
            <p:cNvSpPr/>
            <p:nvPr/>
          </p:nvSpPr>
          <p:spPr>
            <a:xfrm>
              <a:off x="0" y="0"/>
              <a:ext cx="7411085" cy="7406259"/>
            </a:xfrm>
            <a:custGeom>
              <a:avLst/>
              <a:gdLst/>
              <a:ahLst/>
              <a:cxnLst/>
              <a:rect l="l" t="t" r="r" b="b"/>
              <a:pathLst>
                <a:path w="7411085" h="7406259">
                  <a:moveTo>
                    <a:pt x="0" y="3703193"/>
                  </a:moveTo>
                  <a:cubicBezTo>
                    <a:pt x="0" y="1657985"/>
                    <a:pt x="1659001" y="0"/>
                    <a:pt x="3705606" y="0"/>
                  </a:cubicBezTo>
                  <a:lnTo>
                    <a:pt x="3705606" y="25400"/>
                  </a:lnTo>
                  <a:lnTo>
                    <a:pt x="3705606" y="0"/>
                  </a:lnTo>
                  <a:cubicBezTo>
                    <a:pt x="5752084" y="0"/>
                    <a:pt x="7411085" y="1657985"/>
                    <a:pt x="7411085" y="3703193"/>
                  </a:cubicBezTo>
                  <a:cubicBezTo>
                    <a:pt x="7411085" y="5748401"/>
                    <a:pt x="5752084" y="7406259"/>
                    <a:pt x="3705606" y="7406259"/>
                  </a:cubicBezTo>
                  <a:lnTo>
                    <a:pt x="3705606" y="7380859"/>
                  </a:lnTo>
                  <a:lnTo>
                    <a:pt x="3705606" y="7406259"/>
                  </a:lnTo>
                  <a:cubicBezTo>
                    <a:pt x="1659001" y="7406259"/>
                    <a:pt x="0" y="5748401"/>
                    <a:pt x="0" y="3703193"/>
                  </a:cubicBezTo>
                  <a:lnTo>
                    <a:pt x="25400" y="3703193"/>
                  </a:lnTo>
                  <a:lnTo>
                    <a:pt x="46736" y="3716909"/>
                  </a:lnTo>
                  <a:cubicBezTo>
                    <a:pt x="40640" y="3726434"/>
                    <a:pt x="29083" y="3730752"/>
                    <a:pt x="18161" y="3727577"/>
                  </a:cubicBezTo>
                  <a:cubicBezTo>
                    <a:pt x="7239" y="3724402"/>
                    <a:pt x="0" y="3714496"/>
                    <a:pt x="0" y="3703193"/>
                  </a:cubicBezTo>
                  <a:moveTo>
                    <a:pt x="50800" y="3703193"/>
                  </a:moveTo>
                  <a:lnTo>
                    <a:pt x="25400" y="3703193"/>
                  </a:lnTo>
                  <a:lnTo>
                    <a:pt x="4064" y="3689477"/>
                  </a:lnTo>
                  <a:cubicBezTo>
                    <a:pt x="10160" y="3679952"/>
                    <a:pt x="21717" y="3675634"/>
                    <a:pt x="32639" y="3678809"/>
                  </a:cubicBezTo>
                  <a:cubicBezTo>
                    <a:pt x="43561" y="3681984"/>
                    <a:pt x="50800" y="3691890"/>
                    <a:pt x="50800" y="3703193"/>
                  </a:cubicBezTo>
                  <a:cubicBezTo>
                    <a:pt x="50800" y="5720334"/>
                    <a:pt x="1687068" y="7355459"/>
                    <a:pt x="3705606" y="7355459"/>
                  </a:cubicBezTo>
                  <a:cubicBezTo>
                    <a:pt x="5724144" y="7355459"/>
                    <a:pt x="7360285" y="5720334"/>
                    <a:pt x="7360285" y="3703193"/>
                  </a:cubicBezTo>
                  <a:lnTo>
                    <a:pt x="7385685" y="3703193"/>
                  </a:lnTo>
                  <a:lnTo>
                    <a:pt x="7360285" y="3703193"/>
                  </a:lnTo>
                  <a:cubicBezTo>
                    <a:pt x="7360285" y="1686052"/>
                    <a:pt x="5724017" y="50800"/>
                    <a:pt x="3705606" y="50800"/>
                  </a:cubicBezTo>
                  <a:lnTo>
                    <a:pt x="3705606" y="25400"/>
                  </a:lnTo>
                  <a:lnTo>
                    <a:pt x="3705606" y="50800"/>
                  </a:lnTo>
                  <a:cubicBezTo>
                    <a:pt x="1687068" y="50800"/>
                    <a:pt x="50800" y="1686052"/>
                    <a:pt x="50800" y="3703193"/>
                  </a:cubicBezTo>
                  <a:close/>
                </a:path>
              </a:pathLst>
            </a:custGeom>
            <a:solidFill>
              <a:srgbClr val="F3FF36"/>
            </a:solidFill>
          </p:spPr>
        </p:sp>
      </p:grpSp>
      <p:grpSp>
        <p:nvGrpSpPr>
          <p:cNvPr id="9" name="Group 9"/>
          <p:cNvGrpSpPr/>
          <p:nvPr/>
        </p:nvGrpSpPr>
        <p:grpSpPr>
          <a:xfrm>
            <a:off x="1428480" y="3085920"/>
            <a:ext cx="9638640" cy="2323440"/>
            <a:chOff x="0" y="0"/>
            <a:chExt cx="12851520" cy="3097920"/>
          </a:xfrm>
        </p:grpSpPr>
        <p:sp>
          <p:nvSpPr>
            <p:cNvPr id="10" name="Freeform 10"/>
            <p:cNvSpPr/>
            <p:nvPr/>
          </p:nvSpPr>
          <p:spPr>
            <a:xfrm>
              <a:off x="0" y="0"/>
              <a:ext cx="12851520" cy="3097920"/>
            </a:xfrm>
            <a:custGeom>
              <a:avLst/>
              <a:gdLst/>
              <a:ahLst/>
              <a:cxnLst/>
              <a:rect l="l" t="t" r="r" b="b"/>
              <a:pathLst>
                <a:path w="12851520" h="3097920">
                  <a:moveTo>
                    <a:pt x="0" y="0"/>
                  </a:moveTo>
                  <a:lnTo>
                    <a:pt x="12851520" y="0"/>
                  </a:lnTo>
                  <a:lnTo>
                    <a:pt x="12851520" y="3097920"/>
                  </a:lnTo>
                  <a:lnTo>
                    <a:pt x="0" y="3097920"/>
                  </a:lnTo>
                  <a:close/>
                </a:path>
              </a:pathLst>
            </a:custGeom>
            <a:solidFill>
              <a:srgbClr val="000000">
                <a:alpha val="0"/>
              </a:srgbClr>
            </a:solidFill>
          </p:spPr>
        </p:sp>
        <p:sp>
          <p:nvSpPr>
            <p:cNvPr id="11" name="TextBox 11"/>
            <p:cNvSpPr txBox="1"/>
            <p:nvPr/>
          </p:nvSpPr>
          <p:spPr>
            <a:xfrm>
              <a:off x="0" y="0"/>
              <a:ext cx="12851520" cy="3097920"/>
            </a:xfrm>
            <a:prstGeom prst="rect">
              <a:avLst/>
            </a:prstGeom>
          </p:spPr>
          <p:txBody>
            <a:bodyPr lIns="0" tIns="0" rIns="0" bIns="0" rtlCol="0" anchor="b"/>
            <a:lstStyle/>
            <a:p>
              <a:pPr algn="l">
                <a:lnSpc>
                  <a:spcPts val="7200"/>
                </a:lnSpc>
              </a:pPr>
              <a:r>
                <a:rPr lang="en-US" sz="6000" spc="-1">
                  <a:solidFill>
                    <a:srgbClr val="F3FF36"/>
                  </a:solidFill>
                  <a:latin typeface="Dela Gothic One"/>
                  <a:ea typeface="Dela Gothic One"/>
                  <a:cs typeface="Dela Gothic One"/>
                  <a:sym typeface="Dela Gothic One"/>
                </a:rPr>
                <a:t>Web Development</a:t>
              </a:r>
            </a:p>
          </p:txBody>
        </p:sp>
      </p:grpSp>
      <p:grpSp>
        <p:nvGrpSpPr>
          <p:cNvPr id="12" name="Group 12"/>
          <p:cNvGrpSpPr/>
          <p:nvPr/>
        </p:nvGrpSpPr>
        <p:grpSpPr>
          <a:xfrm>
            <a:off x="1428480" y="5410080"/>
            <a:ext cx="9638640" cy="1789920"/>
            <a:chOff x="0" y="0"/>
            <a:chExt cx="12851520" cy="2386560"/>
          </a:xfrm>
        </p:grpSpPr>
        <p:sp>
          <p:nvSpPr>
            <p:cNvPr id="13" name="Freeform 13"/>
            <p:cNvSpPr/>
            <p:nvPr/>
          </p:nvSpPr>
          <p:spPr>
            <a:xfrm>
              <a:off x="0" y="0"/>
              <a:ext cx="12851520" cy="2386560"/>
            </a:xfrm>
            <a:custGeom>
              <a:avLst/>
              <a:gdLst/>
              <a:ahLst/>
              <a:cxnLst/>
              <a:rect l="l" t="t" r="r" b="b"/>
              <a:pathLst>
                <a:path w="12851520" h="2386560">
                  <a:moveTo>
                    <a:pt x="0" y="0"/>
                  </a:moveTo>
                  <a:lnTo>
                    <a:pt x="12851520" y="0"/>
                  </a:lnTo>
                  <a:lnTo>
                    <a:pt x="12851520" y="2386560"/>
                  </a:lnTo>
                  <a:lnTo>
                    <a:pt x="0" y="2386560"/>
                  </a:lnTo>
                  <a:close/>
                </a:path>
              </a:pathLst>
            </a:custGeom>
            <a:solidFill>
              <a:srgbClr val="000000">
                <a:alpha val="0"/>
              </a:srgbClr>
            </a:solidFill>
          </p:spPr>
        </p:sp>
        <p:sp>
          <p:nvSpPr>
            <p:cNvPr id="14" name="TextBox 14"/>
            <p:cNvSpPr txBox="1"/>
            <p:nvPr/>
          </p:nvSpPr>
          <p:spPr>
            <a:xfrm>
              <a:off x="0" y="28575"/>
              <a:ext cx="12851520" cy="2357985"/>
            </a:xfrm>
            <a:prstGeom prst="rect">
              <a:avLst/>
            </a:prstGeom>
          </p:spPr>
          <p:txBody>
            <a:bodyPr lIns="0" tIns="0" rIns="0" bIns="0" rtlCol="0" anchor="t"/>
            <a:lstStyle/>
            <a:p>
              <a:pPr algn="l">
                <a:lnSpc>
                  <a:spcPts val="2634"/>
                </a:lnSpc>
              </a:pPr>
              <a:r>
                <a:rPr lang="en-US" sz="2439" b="1" spc="-2">
                  <a:solidFill>
                    <a:srgbClr val="FFFFFF"/>
                  </a:solidFill>
                  <a:latin typeface="Montserrat Medium"/>
                  <a:ea typeface="Montserrat Medium"/>
                  <a:cs typeface="Montserrat Medium"/>
                  <a:sym typeface="Montserrat Medium"/>
                </a:rPr>
                <a:t>Python libraries such as Flask and Django enable rapid web application development. They provide tools for routing, database interaction, template rendering, and more, streamlining the process of building and maintaining web applications.</a:t>
              </a:r>
            </a:p>
          </p:txBody>
        </p:sp>
      </p:gr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F4272"/>
        </a:solidFill>
        <a:effectLst/>
      </p:bgPr>
    </p:bg>
    <p:spTree>
      <p:nvGrpSpPr>
        <p:cNvPr id="1" name=""/>
        <p:cNvGrpSpPr/>
        <p:nvPr/>
      </p:nvGrpSpPr>
      <p:grpSpPr>
        <a:xfrm>
          <a:off x="0" y="0"/>
          <a:ext cx="0" cy="0"/>
          <a:chOff x="0" y="0"/>
          <a:chExt cx="0" cy="0"/>
        </a:xfrm>
      </p:grpSpPr>
      <p:sp>
        <p:nvSpPr>
          <p:cNvPr id="2" name="Freeform 2"/>
          <p:cNvSpPr/>
          <p:nvPr/>
        </p:nvSpPr>
        <p:spPr>
          <a:xfrm>
            <a:off x="0" y="0"/>
            <a:ext cx="18287280" cy="10286640"/>
          </a:xfrm>
          <a:custGeom>
            <a:avLst/>
            <a:gdLst/>
            <a:ahLst/>
            <a:cxnLst/>
            <a:rect l="l" t="t" r="r" b="b"/>
            <a:pathLst>
              <a:path w="18287280" h="10286640">
                <a:moveTo>
                  <a:pt x="0" y="0"/>
                </a:moveTo>
                <a:lnTo>
                  <a:pt x="18287280" y="0"/>
                </a:lnTo>
                <a:lnTo>
                  <a:pt x="18287280" y="10286640"/>
                </a:lnTo>
                <a:lnTo>
                  <a:pt x="0" y="10286640"/>
                </a:lnTo>
                <a:lnTo>
                  <a:pt x="0" y="0"/>
                </a:lnTo>
                <a:close/>
              </a:path>
            </a:pathLst>
          </a:custGeom>
          <a:blipFill>
            <a:blip r:embed="rId2">
              <a:alphaModFix amt="39000"/>
            </a:blip>
            <a:stretch>
              <a:fillRect/>
            </a:stretch>
          </a:blipFill>
        </p:spPr>
      </p:sp>
      <p:sp>
        <p:nvSpPr>
          <p:cNvPr id="3" name="Freeform 3"/>
          <p:cNvSpPr/>
          <p:nvPr/>
        </p:nvSpPr>
        <p:spPr>
          <a:xfrm>
            <a:off x="8479440" y="-300960"/>
            <a:ext cx="7501680" cy="7276320"/>
          </a:xfrm>
          <a:custGeom>
            <a:avLst/>
            <a:gdLst/>
            <a:ahLst/>
            <a:cxnLst/>
            <a:rect l="l" t="t" r="r" b="b"/>
            <a:pathLst>
              <a:path w="7501680" h="7276320">
                <a:moveTo>
                  <a:pt x="0" y="0"/>
                </a:moveTo>
                <a:lnTo>
                  <a:pt x="7501680" y="0"/>
                </a:lnTo>
                <a:lnTo>
                  <a:pt x="7501680" y="7276320"/>
                </a:lnTo>
                <a:lnTo>
                  <a:pt x="0" y="7276320"/>
                </a:lnTo>
                <a:lnTo>
                  <a:pt x="0" y="0"/>
                </a:lnTo>
                <a:close/>
              </a:path>
            </a:pathLst>
          </a:custGeom>
          <a:blipFill>
            <a:blip r:embed="rId3">
              <a:alphaModFix amt="79000"/>
            </a:blip>
            <a:stretch>
              <a:fillRect t="-2" b="-2"/>
            </a:stretch>
          </a:blipFill>
        </p:spPr>
      </p:sp>
      <p:sp>
        <p:nvSpPr>
          <p:cNvPr id="4" name="Freeform 4"/>
          <p:cNvSpPr/>
          <p:nvPr/>
        </p:nvSpPr>
        <p:spPr>
          <a:xfrm>
            <a:off x="9234000" y="-5860800"/>
            <a:ext cx="10170000" cy="10286640"/>
          </a:xfrm>
          <a:custGeom>
            <a:avLst/>
            <a:gdLst/>
            <a:ahLst/>
            <a:cxnLst/>
            <a:rect l="l" t="t" r="r" b="b"/>
            <a:pathLst>
              <a:path w="10170000" h="10286640">
                <a:moveTo>
                  <a:pt x="0" y="0"/>
                </a:moveTo>
                <a:lnTo>
                  <a:pt x="10170000" y="0"/>
                </a:lnTo>
                <a:lnTo>
                  <a:pt x="10170000" y="10286640"/>
                </a:lnTo>
                <a:lnTo>
                  <a:pt x="0" y="10286640"/>
                </a:lnTo>
                <a:lnTo>
                  <a:pt x="0" y="0"/>
                </a:lnTo>
                <a:close/>
              </a:path>
            </a:pathLst>
          </a:custGeom>
          <a:blipFill>
            <a:blip r:embed="rId4"/>
            <a:stretch>
              <a:fillRect l="-1" r="-1"/>
            </a:stretch>
          </a:blipFill>
        </p:spPr>
      </p:sp>
      <p:sp>
        <p:nvSpPr>
          <p:cNvPr id="5" name="Freeform 5"/>
          <p:cNvSpPr/>
          <p:nvPr/>
        </p:nvSpPr>
        <p:spPr>
          <a:xfrm>
            <a:off x="-1077120" y="-1067040"/>
            <a:ext cx="20442240" cy="12420000"/>
          </a:xfrm>
          <a:custGeom>
            <a:avLst/>
            <a:gdLst/>
            <a:ahLst/>
            <a:cxnLst/>
            <a:rect l="l" t="t" r="r" b="b"/>
            <a:pathLst>
              <a:path w="20442240" h="12420000">
                <a:moveTo>
                  <a:pt x="0" y="0"/>
                </a:moveTo>
                <a:lnTo>
                  <a:pt x="20442240" y="0"/>
                </a:lnTo>
                <a:lnTo>
                  <a:pt x="20442240" y="12420000"/>
                </a:lnTo>
                <a:lnTo>
                  <a:pt x="0" y="12420000"/>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grpSp>
        <p:nvGrpSpPr>
          <p:cNvPr id="6" name="Group 6"/>
          <p:cNvGrpSpPr/>
          <p:nvPr/>
        </p:nvGrpSpPr>
        <p:grpSpPr>
          <a:xfrm>
            <a:off x="2876400" y="2171520"/>
            <a:ext cx="12515040" cy="3466080"/>
            <a:chOff x="0" y="0"/>
            <a:chExt cx="16686720" cy="4621440"/>
          </a:xfrm>
        </p:grpSpPr>
        <p:sp>
          <p:nvSpPr>
            <p:cNvPr id="7" name="Freeform 7"/>
            <p:cNvSpPr/>
            <p:nvPr/>
          </p:nvSpPr>
          <p:spPr>
            <a:xfrm>
              <a:off x="0" y="0"/>
              <a:ext cx="16686719" cy="4621440"/>
            </a:xfrm>
            <a:custGeom>
              <a:avLst/>
              <a:gdLst/>
              <a:ahLst/>
              <a:cxnLst/>
              <a:rect l="l" t="t" r="r" b="b"/>
              <a:pathLst>
                <a:path w="16686719" h="4621440">
                  <a:moveTo>
                    <a:pt x="0" y="0"/>
                  </a:moveTo>
                  <a:lnTo>
                    <a:pt x="16686719" y="0"/>
                  </a:lnTo>
                  <a:lnTo>
                    <a:pt x="16686719" y="4621440"/>
                  </a:lnTo>
                  <a:lnTo>
                    <a:pt x="0" y="4621440"/>
                  </a:lnTo>
                  <a:close/>
                </a:path>
              </a:pathLst>
            </a:custGeom>
            <a:solidFill>
              <a:srgbClr val="000000">
                <a:alpha val="0"/>
              </a:srgbClr>
            </a:solidFill>
          </p:spPr>
        </p:sp>
        <p:sp>
          <p:nvSpPr>
            <p:cNvPr id="8" name="TextBox 8"/>
            <p:cNvSpPr txBox="1"/>
            <p:nvPr/>
          </p:nvSpPr>
          <p:spPr>
            <a:xfrm>
              <a:off x="0" y="0"/>
              <a:ext cx="16686720" cy="4621440"/>
            </a:xfrm>
            <a:prstGeom prst="rect">
              <a:avLst/>
            </a:prstGeom>
          </p:spPr>
          <p:txBody>
            <a:bodyPr lIns="0" tIns="0" rIns="0" bIns="0" rtlCol="0" anchor="b"/>
            <a:lstStyle/>
            <a:p>
              <a:pPr algn="ctr">
                <a:lnSpc>
                  <a:spcPts val="9600"/>
                </a:lnSpc>
              </a:pPr>
              <a:r>
                <a:rPr lang="en-US" sz="8000" spc="-2">
                  <a:solidFill>
                    <a:srgbClr val="F3FF36"/>
                  </a:solidFill>
                  <a:latin typeface="Dela Gothic One"/>
                  <a:ea typeface="Dela Gothic One"/>
                  <a:cs typeface="Dela Gothic One"/>
                  <a:sym typeface="Dela Gothic One"/>
                </a:rPr>
                <a:t>Machine Learning</a:t>
              </a:r>
            </a:p>
          </p:txBody>
        </p:sp>
      </p:grpSp>
      <p:grpSp>
        <p:nvGrpSpPr>
          <p:cNvPr id="9" name="Group 9"/>
          <p:cNvGrpSpPr/>
          <p:nvPr/>
        </p:nvGrpSpPr>
        <p:grpSpPr>
          <a:xfrm>
            <a:off x="2876400" y="5639040"/>
            <a:ext cx="12515040" cy="1884960"/>
            <a:chOff x="0" y="0"/>
            <a:chExt cx="16686720" cy="2513280"/>
          </a:xfrm>
        </p:grpSpPr>
        <p:sp>
          <p:nvSpPr>
            <p:cNvPr id="10" name="Freeform 10"/>
            <p:cNvSpPr/>
            <p:nvPr/>
          </p:nvSpPr>
          <p:spPr>
            <a:xfrm>
              <a:off x="0" y="0"/>
              <a:ext cx="16686719" cy="2513280"/>
            </a:xfrm>
            <a:custGeom>
              <a:avLst/>
              <a:gdLst/>
              <a:ahLst/>
              <a:cxnLst/>
              <a:rect l="l" t="t" r="r" b="b"/>
              <a:pathLst>
                <a:path w="16686719" h="2513280">
                  <a:moveTo>
                    <a:pt x="0" y="0"/>
                  </a:moveTo>
                  <a:lnTo>
                    <a:pt x="16686719" y="0"/>
                  </a:lnTo>
                  <a:lnTo>
                    <a:pt x="16686719" y="2513280"/>
                  </a:lnTo>
                  <a:lnTo>
                    <a:pt x="0" y="2513280"/>
                  </a:lnTo>
                  <a:close/>
                </a:path>
              </a:pathLst>
            </a:custGeom>
            <a:solidFill>
              <a:srgbClr val="000000">
                <a:alpha val="0"/>
              </a:srgbClr>
            </a:solidFill>
          </p:spPr>
        </p:sp>
        <p:sp>
          <p:nvSpPr>
            <p:cNvPr id="11" name="TextBox 11"/>
            <p:cNvSpPr txBox="1"/>
            <p:nvPr/>
          </p:nvSpPr>
          <p:spPr>
            <a:xfrm>
              <a:off x="0" y="9525"/>
              <a:ext cx="16686720" cy="2503755"/>
            </a:xfrm>
            <a:prstGeom prst="rect">
              <a:avLst/>
            </a:prstGeom>
          </p:spPr>
          <p:txBody>
            <a:bodyPr lIns="0" tIns="0" rIns="0" bIns="0" rtlCol="0" anchor="t"/>
            <a:lstStyle/>
            <a:p>
              <a:pPr algn="ctr">
                <a:lnSpc>
                  <a:spcPts val="3359"/>
                </a:lnSpc>
              </a:pPr>
              <a:r>
                <a:rPr lang="en-US" sz="2799" b="1" spc="-1">
                  <a:solidFill>
                    <a:srgbClr val="FFFFFF"/>
                  </a:solidFill>
                  <a:latin typeface="Montserrat Medium"/>
                  <a:ea typeface="Montserrat Medium"/>
                  <a:cs typeface="Montserrat Medium"/>
                  <a:sym typeface="Montserrat Medium"/>
                </a:rPr>
                <a:t>Libraries like Scikit-learn and TensorFlow offer powerful tools for implementing machine learning algorithms. These libraries facilitate data preprocessing, model training, and evaluation, allowing developers to build and deploy machine learning models effectively.</a:t>
              </a:r>
            </a:p>
          </p:txBody>
        </p:sp>
      </p:grpSp>
      <p:sp>
        <p:nvSpPr>
          <p:cNvPr id="12" name="Freeform 12"/>
          <p:cNvSpPr/>
          <p:nvPr/>
        </p:nvSpPr>
        <p:spPr>
          <a:xfrm>
            <a:off x="12770640" y="3520800"/>
            <a:ext cx="644400" cy="645840"/>
          </a:xfrm>
          <a:custGeom>
            <a:avLst/>
            <a:gdLst/>
            <a:ahLst/>
            <a:cxnLst/>
            <a:rect l="l" t="t" r="r" b="b"/>
            <a:pathLst>
              <a:path w="644400" h="645840">
                <a:moveTo>
                  <a:pt x="0" y="0"/>
                </a:moveTo>
                <a:lnTo>
                  <a:pt x="644400" y="0"/>
                </a:lnTo>
                <a:lnTo>
                  <a:pt x="644400" y="645840"/>
                </a:lnTo>
                <a:lnTo>
                  <a:pt x="0" y="645840"/>
                </a:lnTo>
                <a:lnTo>
                  <a:pt x="0" y="0"/>
                </a:lnTo>
                <a:close/>
              </a:path>
            </a:pathLst>
          </a:custGeom>
          <a:blipFill>
            <a:blip r:embed="rId7">
              <a:extLst>
                <a:ext uri="{96DAC541-7B7A-43D3-8B79-37D633B846F1}">
                  <asvg:svgBlip xmlns:asvg="http://schemas.microsoft.com/office/drawing/2016/SVG/main" xmlns="" r:embed="rId8"/>
                </a:ext>
              </a:extLst>
            </a:blip>
            <a:stretch>
              <a:fillRect/>
            </a:stretch>
          </a:blipFill>
        </p:spPr>
      </p:sp>
      <p:sp>
        <p:nvSpPr>
          <p:cNvPr id="13" name="Freeform 13"/>
          <p:cNvSpPr/>
          <p:nvPr/>
        </p:nvSpPr>
        <p:spPr>
          <a:xfrm>
            <a:off x="4721760" y="4676400"/>
            <a:ext cx="434160" cy="434880"/>
          </a:xfrm>
          <a:custGeom>
            <a:avLst/>
            <a:gdLst/>
            <a:ahLst/>
            <a:cxnLst/>
            <a:rect l="l" t="t" r="r" b="b"/>
            <a:pathLst>
              <a:path w="434160" h="434880">
                <a:moveTo>
                  <a:pt x="0" y="0"/>
                </a:moveTo>
                <a:lnTo>
                  <a:pt x="434160" y="0"/>
                </a:lnTo>
                <a:lnTo>
                  <a:pt x="434160" y="434880"/>
                </a:lnTo>
                <a:lnTo>
                  <a:pt x="0" y="434880"/>
                </a:lnTo>
                <a:lnTo>
                  <a:pt x="0" y="0"/>
                </a:lnTo>
                <a:close/>
              </a:path>
            </a:pathLst>
          </a:custGeom>
          <a:blipFill>
            <a:blip r:embed="rId9">
              <a:extLst>
                <a:ext uri="{96DAC541-7B7A-43D3-8B79-37D633B846F1}">
                  <asvg:svgBlip xmlns:asvg="http://schemas.microsoft.com/office/drawing/2016/SVG/main" xmlns="" r:embed="rId10"/>
                </a:ext>
              </a:extLst>
            </a:blip>
            <a:stretch>
              <a:fillRect/>
            </a:stretch>
          </a:blipFill>
        </p:spPr>
      </p:sp>
      <p:sp>
        <p:nvSpPr>
          <p:cNvPr id="14" name="Freeform 14"/>
          <p:cNvSpPr/>
          <p:nvPr/>
        </p:nvSpPr>
        <p:spPr>
          <a:xfrm>
            <a:off x="14101920" y="7082640"/>
            <a:ext cx="434160" cy="434880"/>
          </a:xfrm>
          <a:custGeom>
            <a:avLst/>
            <a:gdLst/>
            <a:ahLst/>
            <a:cxnLst/>
            <a:rect l="l" t="t" r="r" b="b"/>
            <a:pathLst>
              <a:path w="434160" h="434880">
                <a:moveTo>
                  <a:pt x="0" y="0"/>
                </a:moveTo>
                <a:lnTo>
                  <a:pt x="434160" y="0"/>
                </a:lnTo>
                <a:lnTo>
                  <a:pt x="434160" y="434880"/>
                </a:lnTo>
                <a:lnTo>
                  <a:pt x="0" y="434880"/>
                </a:lnTo>
                <a:lnTo>
                  <a:pt x="0" y="0"/>
                </a:lnTo>
                <a:close/>
              </a:path>
            </a:pathLst>
          </a:custGeom>
          <a:blipFill>
            <a:blip r:embed="rId9">
              <a:extLst>
                <a:ext uri="{96DAC541-7B7A-43D3-8B79-37D633B846F1}">
                  <asvg:svgBlip xmlns:asvg="http://schemas.microsoft.com/office/drawing/2016/SVG/main" xmlns="" r:embed="rId10"/>
                </a:ext>
              </a:extLst>
            </a:blip>
            <a:stretch>
              <a:fillRect/>
            </a:stretch>
          </a:blipFill>
        </p:spPr>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F4272"/>
        </a:solidFill>
        <a:effectLst/>
      </p:bgPr>
    </p:bg>
    <p:spTree>
      <p:nvGrpSpPr>
        <p:cNvPr id="1" name=""/>
        <p:cNvGrpSpPr/>
        <p:nvPr/>
      </p:nvGrpSpPr>
      <p:grpSpPr>
        <a:xfrm>
          <a:off x="0" y="0"/>
          <a:ext cx="0" cy="0"/>
          <a:chOff x="0" y="0"/>
          <a:chExt cx="0" cy="0"/>
        </a:xfrm>
      </p:grpSpPr>
      <p:sp>
        <p:nvSpPr>
          <p:cNvPr id="2" name="Freeform 2"/>
          <p:cNvSpPr/>
          <p:nvPr/>
        </p:nvSpPr>
        <p:spPr>
          <a:xfrm>
            <a:off x="0" y="0"/>
            <a:ext cx="18287280" cy="10286640"/>
          </a:xfrm>
          <a:custGeom>
            <a:avLst/>
            <a:gdLst/>
            <a:ahLst/>
            <a:cxnLst/>
            <a:rect l="l" t="t" r="r" b="b"/>
            <a:pathLst>
              <a:path w="18287280" h="10286640">
                <a:moveTo>
                  <a:pt x="0" y="0"/>
                </a:moveTo>
                <a:lnTo>
                  <a:pt x="18287280" y="0"/>
                </a:lnTo>
                <a:lnTo>
                  <a:pt x="18287280" y="10286640"/>
                </a:lnTo>
                <a:lnTo>
                  <a:pt x="0" y="10286640"/>
                </a:lnTo>
                <a:lnTo>
                  <a:pt x="0" y="0"/>
                </a:lnTo>
                <a:close/>
              </a:path>
            </a:pathLst>
          </a:custGeom>
          <a:blipFill>
            <a:blip r:embed="rId2">
              <a:alphaModFix amt="40000"/>
            </a:blip>
            <a:stretch>
              <a:fillRect/>
            </a:stretch>
          </a:blipFill>
        </p:spPr>
      </p:sp>
      <p:sp>
        <p:nvSpPr>
          <p:cNvPr id="3" name="Freeform 3"/>
          <p:cNvSpPr/>
          <p:nvPr/>
        </p:nvSpPr>
        <p:spPr>
          <a:xfrm>
            <a:off x="0" y="-3844080"/>
            <a:ext cx="7501680" cy="7276320"/>
          </a:xfrm>
          <a:custGeom>
            <a:avLst/>
            <a:gdLst/>
            <a:ahLst/>
            <a:cxnLst/>
            <a:rect l="l" t="t" r="r" b="b"/>
            <a:pathLst>
              <a:path w="7501680" h="7276320">
                <a:moveTo>
                  <a:pt x="0" y="0"/>
                </a:moveTo>
                <a:lnTo>
                  <a:pt x="7501680" y="0"/>
                </a:lnTo>
                <a:lnTo>
                  <a:pt x="7501680" y="7276320"/>
                </a:lnTo>
                <a:lnTo>
                  <a:pt x="0" y="7276320"/>
                </a:lnTo>
                <a:lnTo>
                  <a:pt x="0" y="0"/>
                </a:lnTo>
                <a:close/>
              </a:path>
            </a:pathLst>
          </a:custGeom>
          <a:blipFill>
            <a:blip r:embed="rId3">
              <a:alphaModFix amt="79000"/>
            </a:blip>
            <a:stretch>
              <a:fillRect t="-2" b="-2"/>
            </a:stretch>
          </a:blipFill>
        </p:spPr>
      </p:sp>
      <p:sp>
        <p:nvSpPr>
          <p:cNvPr id="4" name="Freeform 4"/>
          <p:cNvSpPr/>
          <p:nvPr/>
        </p:nvSpPr>
        <p:spPr>
          <a:xfrm>
            <a:off x="355680" y="9208080"/>
            <a:ext cx="17576640" cy="2144880"/>
          </a:xfrm>
          <a:custGeom>
            <a:avLst/>
            <a:gdLst/>
            <a:ahLst/>
            <a:cxnLst/>
            <a:rect l="l" t="t" r="r" b="b"/>
            <a:pathLst>
              <a:path w="17576640" h="2144880">
                <a:moveTo>
                  <a:pt x="0" y="0"/>
                </a:moveTo>
                <a:lnTo>
                  <a:pt x="17576640" y="0"/>
                </a:lnTo>
                <a:lnTo>
                  <a:pt x="17576640" y="2144880"/>
                </a:lnTo>
                <a:lnTo>
                  <a:pt x="0" y="2144880"/>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5" name="Freeform 5"/>
          <p:cNvSpPr/>
          <p:nvPr/>
        </p:nvSpPr>
        <p:spPr>
          <a:xfrm>
            <a:off x="629280" y="7784640"/>
            <a:ext cx="14505120" cy="2301840"/>
          </a:xfrm>
          <a:custGeom>
            <a:avLst/>
            <a:gdLst/>
            <a:ahLst/>
            <a:cxnLst/>
            <a:rect l="l" t="t" r="r" b="b"/>
            <a:pathLst>
              <a:path w="14505120" h="2301840">
                <a:moveTo>
                  <a:pt x="0" y="0"/>
                </a:moveTo>
                <a:lnTo>
                  <a:pt x="14505120" y="0"/>
                </a:lnTo>
                <a:lnTo>
                  <a:pt x="14505120" y="2301840"/>
                </a:lnTo>
                <a:lnTo>
                  <a:pt x="0" y="2301840"/>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grpSp>
        <p:nvGrpSpPr>
          <p:cNvPr id="6" name="Group 6"/>
          <p:cNvGrpSpPr/>
          <p:nvPr/>
        </p:nvGrpSpPr>
        <p:grpSpPr>
          <a:xfrm>
            <a:off x="11320950" y="2365590"/>
            <a:ext cx="5558340" cy="5554740"/>
            <a:chOff x="0" y="0"/>
            <a:chExt cx="7411120" cy="7406320"/>
          </a:xfrm>
        </p:grpSpPr>
        <p:sp>
          <p:nvSpPr>
            <p:cNvPr id="7" name="Freeform 7"/>
            <p:cNvSpPr/>
            <p:nvPr/>
          </p:nvSpPr>
          <p:spPr>
            <a:xfrm>
              <a:off x="25400" y="25400"/>
              <a:ext cx="7360285" cy="7355459"/>
            </a:xfrm>
            <a:custGeom>
              <a:avLst/>
              <a:gdLst/>
              <a:ahLst/>
              <a:cxnLst/>
              <a:rect l="l" t="t" r="r" b="b"/>
              <a:pathLst>
                <a:path w="7360285" h="7355459">
                  <a:moveTo>
                    <a:pt x="0" y="3677793"/>
                  </a:moveTo>
                  <a:cubicBezTo>
                    <a:pt x="0" y="1646555"/>
                    <a:pt x="1647698" y="0"/>
                    <a:pt x="3680206" y="0"/>
                  </a:cubicBezTo>
                  <a:cubicBezTo>
                    <a:pt x="5712714" y="0"/>
                    <a:pt x="7360285" y="1646555"/>
                    <a:pt x="7360285" y="3677793"/>
                  </a:cubicBezTo>
                  <a:cubicBezTo>
                    <a:pt x="7360285" y="5709031"/>
                    <a:pt x="5712714" y="7355459"/>
                    <a:pt x="3680206" y="7355459"/>
                  </a:cubicBezTo>
                  <a:cubicBezTo>
                    <a:pt x="1647698" y="7355459"/>
                    <a:pt x="0" y="5708904"/>
                    <a:pt x="0" y="3677793"/>
                  </a:cubicBezTo>
                  <a:close/>
                </a:path>
              </a:pathLst>
            </a:custGeom>
            <a:blipFill>
              <a:blip r:embed="rId8"/>
              <a:stretch>
                <a:fillRect l="-462" t="-345" r="-463" b="-346"/>
              </a:stretch>
            </a:blipFill>
          </p:spPr>
        </p:sp>
        <p:sp>
          <p:nvSpPr>
            <p:cNvPr id="8" name="Freeform 8"/>
            <p:cNvSpPr/>
            <p:nvPr/>
          </p:nvSpPr>
          <p:spPr>
            <a:xfrm>
              <a:off x="0" y="0"/>
              <a:ext cx="7411085" cy="7406259"/>
            </a:xfrm>
            <a:custGeom>
              <a:avLst/>
              <a:gdLst/>
              <a:ahLst/>
              <a:cxnLst/>
              <a:rect l="l" t="t" r="r" b="b"/>
              <a:pathLst>
                <a:path w="7411085" h="7406259">
                  <a:moveTo>
                    <a:pt x="0" y="3703193"/>
                  </a:moveTo>
                  <a:cubicBezTo>
                    <a:pt x="0" y="1657985"/>
                    <a:pt x="1659001" y="0"/>
                    <a:pt x="3705606" y="0"/>
                  </a:cubicBezTo>
                  <a:lnTo>
                    <a:pt x="3705606" y="25400"/>
                  </a:lnTo>
                  <a:lnTo>
                    <a:pt x="3705606" y="0"/>
                  </a:lnTo>
                  <a:cubicBezTo>
                    <a:pt x="5752084" y="0"/>
                    <a:pt x="7411085" y="1657985"/>
                    <a:pt x="7411085" y="3703193"/>
                  </a:cubicBezTo>
                  <a:cubicBezTo>
                    <a:pt x="7411085" y="5748401"/>
                    <a:pt x="5752084" y="7406259"/>
                    <a:pt x="3705606" y="7406259"/>
                  </a:cubicBezTo>
                  <a:lnTo>
                    <a:pt x="3705606" y="7380859"/>
                  </a:lnTo>
                  <a:lnTo>
                    <a:pt x="3705606" y="7406259"/>
                  </a:lnTo>
                  <a:cubicBezTo>
                    <a:pt x="1659001" y="7406259"/>
                    <a:pt x="0" y="5748401"/>
                    <a:pt x="0" y="3703193"/>
                  </a:cubicBezTo>
                  <a:lnTo>
                    <a:pt x="25400" y="3703193"/>
                  </a:lnTo>
                  <a:lnTo>
                    <a:pt x="46736" y="3716909"/>
                  </a:lnTo>
                  <a:cubicBezTo>
                    <a:pt x="40640" y="3726434"/>
                    <a:pt x="29083" y="3730752"/>
                    <a:pt x="18161" y="3727577"/>
                  </a:cubicBezTo>
                  <a:cubicBezTo>
                    <a:pt x="7239" y="3724402"/>
                    <a:pt x="0" y="3714496"/>
                    <a:pt x="0" y="3703193"/>
                  </a:cubicBezTo>
                  <a:moveTo>
                    <a:pt x="50800" y="3703193"/>
                  </a:moveTo>
                  <a:lnTo>
                    <a:pt x="25400" y="3703193"/>
                  </a:lnTo>
                  <a:lnTo>
                    <a:pt x="4064" y="3689477"/>
                  </a:lnTo>
                  <a:cubicBezTo>
                    <a:pt x="10160" y="3679952"/>
                    <a:pt x="21717" y="3675634"/>
                    <a:pt x="32639" y="3678809"/>
                  </a:cubicBezTo>
                  <a:cubicBezTo>
                    <a:pt x="43561" y="3681984"/>
                    <a:pt x="50800" y="3691890"/>
                    <a:pt x="50800" y="3703193"/>
                  </a:cubicBezTo>
                  <a:cubicBezTo>
                    <a:pt x="50800" y="5720334"/>
                    <a:pt x="1687068" y="7355459"/>
                    <a:pt x="3705606" y="7355459"/>
                  </a:cubicBezTo>
                  <a:cubicBezTo>
                    <a:pt x="5724144" y="7355459"/>
                    <a:pt x="7360285" y="5720334"/>
                    <a:pt x="7360285" y="3703193"/>
                  </a:cubicBezTo>
                  <a:lnTo>
                    <a:pt x="7385685" y="3703193"/>
                  </a:lnTo>
                  <a:lnTo>
                    <a:pt x="7360285" y="3703193"/>
                  </a:lnTo>
                  <a:cubicBezTo>
                    <a:pt x="7360285" y="1686052"/>
                    <a:pt x="5724017" y="50800"/>
                    <a:pt x="3705606" y="50800"/>
                  </a:cubicBezTo>
                  <a:lnTo>
                    <a:pt x="3705606" y="25400"/>
                  </a:lnTo>
                  <a:lnTo>
                    <a:pt x="3705606" y="50800"/>
                  </a:lnTo>
                  <a:cubicBezTo>
                    <a:pt x="1687068" y="50800"/>
                    <a:pt x="50800" y="1686052"/>
                    <a:pt x="50800" y="3703193"/>
                  </a:cubicBezTo>
                  <a:close/>
                </a:path>
              </a:pathLst>
            </a:custGeom>
            <a:solidFill>
              <a:srgbClr val="F3FF36"/>
            </a:solidFill>
          </p:spPr>
        </p:sp>
      </p:grpSp>
      <p:grpSp>
        <p:nvGrpSpPr>
          <p:cNvPr id="9" name="Group 9"/>
          <p:cNvGrpSpPr/>
          <p:nvPr/>
        </p:nvGrpSpPr>
        <p:grpSpPr>
          <a:xfrm>
            <a:off x="1428480" y="3085920"/>
            <a:ext cx="9638640" cy="2323440"/>
            <a:chOff x="0" y="0"/>
            <a:chExt cx="12851520" cy="3097920"/>
          </a:xfrm>
        </p:grpSpPr>
        <p:sp>
          <p:nvSpPr>
            <p:cNvPr id="10" name="Freeform 10"/>
            <p:cNvSpPr/>
            <p:nvPr/>
          </p:nvSpPr>
          <p:spPr>
            <a:xfrm>
              <a:off x="0" y="0"/>
              <a:ext cx="12851520" cy="3097920"/>
            </a:xfrm>
            <a:custGeom>
              <a:avLst/>
              <a:gdLst/>
              <a:ahLst/>
              <a:cxnLst/>
              <a:rect l="l" t="t" r="r" b="b"/>
              <a:pathLst>
                <a:path w="12851520" h="3097920">
                  <a:moveTo>
                    <a:pt x="0" y="0"/>
                  </a:moveTo>
                  <a:lnTo>
                    <a:pt x="12851520" y="0"/>
                  </a:lnTo>
                  <a:lnTo>
                    <a:pt x="12851520" y="3097920"/>
                  </a:lnTo>
                  <a:lnTo>
                    <a:pt x="0" y="3097920"/>
                  </a:lnTo>
                  <a:close/>
                </a:path>
              </a:pathLst>
            </a:custGeom>
            <a:solidFill>
              <a:srgbClr val="000000">
                <a:alpha val="0"/>
              </a:srgbClr>
            </a:solidFill>
          </p:spPr>
        </p:sp>
        <p:sp>
          <p:nvSpPr>
            <p:cNvPr id="11" name="TextBox 11"/>
            <p:cNvSpPr txBox="1"/>
            <p:nvPr/>
          </p:nvSpPr>
          <p:spPr>
            <a:xfrm>
              <a:off x="0" y="0"/>
              <a:ext cx="12851520" cy="3097920"/>
            </a:xfrm>
            <a:prstGeom prst="rect">
              <a:avLst/>
            </a:prstGeom>
          </p:spPr>
          <p:txBody>
            <a:bodyPr lIns="0" tIns="0" rIns="0" bIns="0" rtlCol="0" anchor="b"/>
            <a:lstStyle/>
            <a:p>
              <a:pPr algn="l">
                <a:lnSpc>
                  <a:spcPts val="7200"/>
                </a:lnSpc>
              </a:pPr>
              <a:r>
                <a:rPr lang="en-US" sz="6000" spc="-1">
                  <a:solidFill>
                    <a:srgbClr val="F3FF36"/>
                  </a:solidFill>
                  <a:latin typeface="Dela Gothic One"/>
                  <a:ea typeface="Dela Gothic One"/>
                  <a:cs typeface="Dela Gothic One"/>
                  <a:sym typeface="Dela Gothic One"/>
                </a:rPr>
                <a:t>Using pip</a:t>
              </a:r>
            </a:p>
          </p:txBody>
        </p:sp>
      </p:grpSp>
      <p:grpSp>
        <p:nvGrpSpPr>
          <p:cNvPr id="12" name="Group 12"/>
          <p:cNvGrpSpPr/>
          <p:nvPr/>
        </p:nvGrpSpPr>
        <p:grpSpPr>
          <a:xfrm>
            <a:off x="1428480" y="5410080"/>
            <a:ext cx="9638640" cy="1789920"/>
            <a:chOff x="0" y="0"/>
            <a:chExt cx="12851520" cy="2386560"/>
          </a:xfrm>
        </p:grpSpPr>
        <p:sp>
          <p:nvSpPr>
            <p:cNvPr id="13" name="Freeform 13"/>
            <p:cNvSpPr/>
            <p:nvPr/>
          </p:nvSpPr>
          <p:spPr>
            <a:xfrm>
              <a:off x="0" y="0"/>
              <a:ext cx="12851520" cy="2386560"/>
            </a:xfrm>
            <a:custGeom>
              <a:avLst/>
              <a:gdLst/>
              <a:ahLst/>
              <a:cxnLst/>
              <a:rect l="l" t="t" r="r" b="b"/>
              <a:pathLst>
                <a:path w="12851520" h="2386560">
                  <a:moveTo>
                    <a:pt x="0" y="0"/>
                  </a:moveTo>
                  <a:lnTo>
                    <a:pt x="12851520" y="0"/>
                  </a:lnTo>
                  <a:lnTo>
                    <a:pt x="12851520" y="2386560"/>
                  </a:lnTo>
                  <a:lnTo>
                    <a:pt x="0" y="2386560"/>
                  </a:lnTo>
                  <a:close/>
                </a:path>
              </a:pathLst>
            </a:custGeom>
            <a:solidFill>
              <a:srgbClr val="000000">
                <a:alpha val="0"/>
              </a:srgbClr>
            </a:solidFill>
          </p:spPr>
        </p:sp>
        <p:sp>
          <p:nvSpPr>
            <p:cNvPr id="14" name="TextBox 14"/>
            <p:cNvSpPr txBox="1"/>
            <p:nvPr/>
          </p:nvSpPr>
          <p:spPr>
            <a:xfrm>
              <a:off x="0" y="-9525"/>
              <a:ext cx="12851520" cy="2396085"/>
            </a:xfrm>
            <a:prstGeom prst="rect">
              <a:avLst/>
            </a:prstGeom>
          </p:spPr>
          <p:txBody>
            <a:bodyPr lIns="0" tIns="0" rIns="0" bIns="0" rtlCol="0" anchor="t"/>
            <a:lstStyle/>
            <a:p>
              <a:pPr algn="l">
                <a:lnSpc>
                  <a:spcPts val="2711"/>
                </a:lnSpc>
              </a:pPr>
              <a:r>
                <a:rPr lang="en-US" sz="2259" b="1" spc="-1">
                  <a:solidFill>
                    <a:srgbClr val="FFFFFF"/>
                  </a:solidFill>
                  <a:latin typeface="Montserrat Medium"/>
                  <a:ea typeface="Montserrat Medium"/>
                  <a:cs typeface="Montserrat Medium"/>
                  <a:sym typeface="Montserrat Medium"/>
                </a:rPr>
                <a:t>Pip is the standard package manager for Python that allows users to install and manage additional libraries and dependencies not included in the standard library. With commands like 'pip install library_name', installing packages is straightforward and efficient.</a:t>
              </a:r>
            </a:p>
          </p:txBody>
        </p:sp>
      </p:gr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F4272"/>
        </a:solidFill>
        <a:effectLst/>
      </p:bgPr>
    </p:bg>
    <p:spTree>
      <p:nvGrpSpPr>
        <p:cNvPr id="1" name=""/>
        <p:cNvGrpSpPr/>
        <p:nvPr/>
      </p:nvGrpSpPr>
      <p:grpSpPr>
        <a:xfrm>
          <a:off x="0" y="0"/>
          <a:ext cx="0" cy="0"/>
          <a:chOff x="0" y="0"/>
          <a:chExt cx="0" cy="0"/>
        </a:xfrm>
      </p:grpSpPr>
      <p:sp>
        <p:nvSpPr>
          <p:cNvPr id="2" name="Freeform 2"/>
          <p:cNvSpPr/>
          <p:nvPr/>
        </p:nvSpPr>
        <p:spPr>
          <a:xfrm>
            <a:off x="0" y="0"/>
            <a:ext cx="18287280" cy="10286640"/>
          </a:xfrm>
          <a:custGeom>
            <a:avLst/>
            <a:gdLst/>
            <a:ahLst/>
            <a:cxnLst/>
            <a:rect l="l" t="t" r="r" b="b"/>
            <a:pathLst>
              <a:path w="18287280" h="10286640">
                <a:moveTo>
                  <a:pt x="0" y="0"/>
                </a:moveTo>
                <a:lnTo>
                  <a:pt x="18287280" y="0"/>
                </a:lnTo>
                <a:lnTo>
                  <a:pt x="18287280" y="10286640"/>
                </a:lnTo>
                <a:lnTo>
                  <a:pt x="0" y="10286640"/>
                </a:lnTo>
                <a:lnTo>
                  <a:pt x="0" y="0"/>
                </a:lnTo>
                <a:close/>
              </a:path>
            </a:pathLst>
          </a:custGeom>
          <a:blipFill>
            <a:blip r:embed="rId2">
              <a:alphaModFix amt="40000"/>
            </a:blip>
            <a:stretch>
              <a:fillRect l="-36100" t="-61464" r="-27035" b="-1670"/>
            </a:stretch>
          </a:blipFill>
        </p:spPr>
      </p:sp>
      <p:sp>
        <p:nvSpPr>
          <p:cNvPr id="3" name="Freeform 3"/>
          <p:cNvSpPr/>
          <p:nvPr/>
        </p:nvSpPr>
        <p:spPr>
          <a:xfrm>
            <a:off x="-5451120" y="-1882080"/>
            <a:ext cx="10170000" cy="10286640"/>
          </a:xfrm>
          <a:custGeom>
            <a:avLst/>
            <a:gdLst/>
            <a:ahLst/>
            <a:cxnLst/>
            <a:rect l="l" t="t" r="r" b="b"/>
            <a:pathLst>
              <a:path w="10170000" h="10286640">
                <a:moveTo>
                  <a:pt x="0" y="0"/>
                </a:moveTo>
                <a:lnTo>
                  <a:pt x="10170000" y="0"/>
                </a:lnTo>
                <a:lnTo>
                  <a:pt x="10170000" y="10286640"/>
                </a:lnTo>
                <a:lnTo>
                  <a:pt x="0" y="10286640"/>
                </a:lnTo>
                <a:lnTo>
                  <a:pt x="0" y="0"/>
                </a:lnTo>
                <a:close/>
              </a:path>
            </a:pathLst>
          </a:custGeom>
          <a:blipFill>
            <a:blip r:embed="rId3"/>
            <a:stretch>
              <a:fillRect l="-1" r="-1"/>
            </a:stretch>
          </a:blipFill>
        </p:spPr>
      </p:sp>
      <p:sp>
        <p:nvSpPr>
          <p:cNvPr id="4" name="Freeform 4"/>
          <p:cNvSpPr/>
          <p:nvPr/>
        </p:nvSpPr>
        <p:spPr>
          <a:xfrm>
            <a:off x="7920720" y="5795280"/>
            <a:ext cx="7501680" cy="7276320"/>
          </a:xfrm>
          <a:custGeom>
            <a:avLst/>
            <a:gdLst/>
            <a:ahLst/>
            <a:cxnLst/>
            <a:rect l="l" t="t" r="r" b="b"/>
            <a:pathLst>
              <a:path w="7501680" h="7276320">
                <a:moveTo>
                  <a:pt x="0" y="0"/>
                </a:moveTo>
                <a:lnTo>
                  <a:pt x="7501680" y="0"/>
                </a:lnTo>
                <a:lnTo>
                  <a:pt x="7501680" y="7276320"/>
                </a:lnTo>
                <a:lnTo>
                  <a:pt x="0" y="7276320"/>
                </a:lnTo>
                <a:lnTo>
                  <a:pt x="0" y="0"/>
                </a:lnTo>
                <a:close/>
              </a:path>
            </a:pathLst>
          </a:custGeom>
          <a:blipFill>
            <a:blip r:embed="rId4">
              <a:alphaModFix amt="79000"/>
            </a:blip>
            <a:stretch>
              <a:fillRect t="-2" b="-2"/>
            </a:stretch>
          </a:blipFill>
        </p:spPr>
      </p:sp>
      <p:sp>
        <p:nvSpPr>
          <p:cNvPr id="5" name="Freeform 5"/>
          <p:cNvSpPr/>
          <p:nvPr/>
        </p:nvSpPr>
        <p:spPr>
          <a:xfrm>
            <a:off x="-1070640" y="1080000"/>
            <a:ext cx="20429280" cy="8323200"/>
          </a:xfrm>
          <a:custGeom>
            <a:avLst/>
            <a:gdLst/>
            <a:ahLst/>
            <a:cxnLst/>
            <a:rect l="l" t="t" r="r" b="b"/>
            <a:pathLst>
              <a:path w="20429280" h="8323200">
                <a:moveTo>
                  <a:pt x="0" y="0"/>
                </a:moveTo>
                <a:lnTo>
                  <a:pt x="20429280" y="0"/>
                </a:lnTo>
                <a:lnTo>
                  <a:pt x="20429280" y="8323200"/>
                </a:lnTo>
                <a:lnTo>
                  <a:pt x="0" y="8323200"/>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6" name="Freeform 6"/>
          <p:cNvSpPr/>
          <p:nvPr/>
        </p:nvSpPr>
        <p:spPr>
          <a:xfrm>
            <a:off x="668160" y="2676240"/>
            <a:ext cx="434160" cy="434880"/>
          </a:xfrm>
          <a:custGeom>
            <a:avLst/>
            <a:gdLst/>
            <a:ahLst/>
            <a:cxnLst/>
            <a:rect l="l" t="t" r="r" b="b"/>
            <a:pathLst>
              <a:path w="434160" h="434880">
                <a:moveTo>
                  <a:pt x="0" y="0"/>
                </a:moveTo>
                <a:lnTo>
                  <a:pt x="434160" y="0"/>
                </a:lnTo>
                <a:lnTo>
                  <a:pt x="434160" y="434880"/>
                </a:lnTo>
                <a:lnTo>
                  <a:pt x="0" y="434880"/>
                </a:lnTo>
                <a:lnTo>
                  <a:pt x="0" y="0"/>
                </a:lnTo>
                <a:close/>
              </a:path>
            </a:pathLst>
          </a:custGeom>
          <a:blipFill>
            <a:blip r:embed="rId7">
              <a:extLst>
                <a:ext uri="{96DAC541-7B7A-43D3-8B79-37D633B846F1}">
                  <asvg:svgBlip xmlns:asvg="http://schemas.microsoft.com/office/drawing/2016/SVG/main" xmlns="" r:embed="rId8"/>
                </a:ext>
              </a:extLst>
            </a:blip>
            <a:stretch>
              <a:fillRect/>
            </a:stretch>
          </a:blipFill>
        </p:spPr>
      </p:sp>
      <p:grpSp>
        <p:nvGrpSpPr>
          <p:cNvPr id="7" name="Group 7"/>
          <p:cNvGrpSpPr/>
          <p:nvPr/>
        </p:nvGrpSpPr>
        <p:grpSpPr>
          <a:xfrm>
            <a:off x="1428480" y="1581120"/>
            <a:ext cx="10724400" cy="3237840"/>
            <a:chOff x="0" y="0"/>
            <a:chExt cx="14299200" cy="4317120"/>
          </a:xfrm>
        </p:grpSpPr>
        <p:sp>
          <p:nvSpPr>
            <p:cNvPr id="8" name="Freeform 8"/>
            <p:cNvSpPr/>
            <p:nvPr/>
          </p:nvSpPr>
          <p:spPr>
            <a:xfrm>
              <a:off x="0" y="0"/>
              <a:ext cx="14299200" cy="4317120"/>
            </a:xfrm>
            <a:custGeom>
              <a:avLst/>
              <a:gdLst/>
              <a:ahLst/>
              <a:cxnLst/>
              <a:rect l="l" t="t" r="r" b="b"/>
              <a:pathLst>
                <a:path w="14299200" h="4317120">
                  <a:moveTo>
                    <a:pt x="0" y="0"/>
                  </a:moveTo>
                  <a:lnTo>
                    <a:pt x="14299200" y="0"/>
                  </a:lnTo>
                  <a:lnTo>
                    <a:pt x="14299200" y="4317120"/>
                  </a:lnTo>
                  <a:lnTo>
                    <a:pt x="0" y="4317120"/>
                  </a:lnTo>
                  <a:close/>
                </a:path>
              </a:pathLst>
            </a:custGeom>
            <a:solidFill>
              <a:srgbClr val="000000">
                <a:alpha val="0"/>
              </a:srgbClr>
            </a:solidFill>
          </p:spPr>
        </p:sp>
        <p:sp>
          <p:nvSpPr>
            <p:cNvPr id="9" name="TextBox 9"/>
            <p:cNvSpPr txBox="1"/>
            <p:nvPr/>
          </p:nvSpPr>
          <p:spPr>
            <a:xfrm>
              <a:off x="0" y="0"/>
              <a:ext cx="14299200" cy="4317120"/>
            </a:xfrm>
            <a:prstGeom prst="rect">
              <a:avLst/>
            </a:prstGeom>
          </p:spPr>
          <p:txBody>
            <a:bodyPr lIns="0" tIns="0" rIns="0" bIns="0" rtlCol="0" anchor="b"/>
            <a:lstStyle/>
            <a:p>
              <a:pPr algn="l">
                <a:lnSpc>
                  <a:spcPts val="9600"/>
                </a:lnSpc>
              </a:pPr>
              <a:r>
                <a:rPr lang="en-US" sz="8000" spc="-2">
                  <a:solidFill>
                    <a:srgbClr val="F3FF36"/>
                  </a:solidFill>
                  <a:latin typeface="Dela Gothic One"/>
                  <a:ea typeface="Dela Gothic One"/>
                  <a:cs typeface="Dela Gothic One"/>
                  <a:sym typeface="Dela Gothic One"/>
                </a:rPr>
                <a:t>Virtual Environments</a:t>
              </a:r>
            </a:p>
          </p:txBody>
        </p:sp>
      </p:grpSp>
      <p:grpSp>
        <p:nvGrpSpPr>
          <p:cNvPr id="10" name="Group 10"/>
          <p:cNvGrpSpPr/>
          <p:nvPr/>
        </p:nvGrpSpPr>
        <p:grpSpPr>
          <a:xfrm>
            <a:off x="1428480" y="4819680"/>
            <a:ext cx="10724400" cy="4057200"/>
            <a:chOff x="0" y="0"/>
            <a:chExt cx="14299200" cy="5409600"/>
          </a:xfrm>
        </p:grpSpPr>
        <p:sp>
          <p:nvSpPr>
            <p:cNvPr id="11" name="Freeform 11"/>
            <p:cNvSpPr/>
            <p:nvPr/>
          </p:nvSpPr>
          <p:spPr>
            <a:xfrm>
              <a:off x="0" y="0"/>
              <a:ext cx="14299200" cy="5409600"/>
            </a:xfrm>
            <a:custGeom>
              <a:avLst/>
              <a:gdLst/>
              <a:ahLst/>
              <a:cxnLst/>
              <a:rect l="l" t="t" r="r" b="b"/>
              <a:pathLst>
                <a:path w="14299200" h="5409600">
                  <a:moveTo>
                    <a:pt x="0" y="0"/>
                  </a:moveTo>
                  <a:lnTo>
                    <a:pt x="14299200" y="0"/>
                  </a:lnTo>
                  <a:lnTo>
                    <a:pt x="14299200" y="5409600"/>
                  </a:lnTo>
                  <a:lnTo>
                    <a:pt x="0" y="5409600"/>
                  </a:lnTo>
                  <a:close/>
                </a:path>
              </a:pathLst>
            </a:custGeom>
            <a:solidFill>
              <a:srgbClr val="000000">
                <a:alpha val="0"/>
              </a:srgbClr>
            </a:solidFill>
          </p:spPr>
        </p:sp>
        <p:sp>
          <p:nvSpPr>
            <p:cNvPr id="12" name="TextBox 12"/>
            <p:cNvSpPr txBox="1"/>
            <p:nvPr/>
          </p:nvSpPr>
          <p:spPr>
            <a:xfrm>
              <a:off x="0" y="0"/>
              <a:ext cx="14299200" cy="5409600"/>
            </a:xfrm>
            <a:prstGeom prst="rect">
              <a:avLst/>
            </a:prstGeom>
          </p:spPr>
          <p:txBody>
            <a:bodyPr lIns="0" tIns="0" rIns="0" bIns="0" rtlCol="0" anchor="t"/>
            <a:lstStyle/>
            <a:p>
              <a:pPr algn="l">
                <a:lnSpc>
                  <a:spcPts val="3840"/>
                </a:lnSpc>
              </a:pPr>
              <a:r>
                <a:rPr lang="en-US" sz="3200" b="1" spc="-2">
                  <a:solidFill>
                    <a:srgbClr val="FFFFFF"/>
                  </a:solidFill>
                  <a:latin typeface="Montserrat Medium"/>
                  <a:ea typeface="Montserrat Medium"/>
                  <a:cs typeface="Montserrat Medium"/>
                  <a:sym typeface="Montserrat Medium"/>
                </a:rPr>
                <a:t>Virtual environments allow developers to create isolated spaces for projects, ensuring that dependencies do not conflict with other projects. Tools like venv or virtualenv can be used to create and manage these environments easily.</a:t>
              </a:r>
            </a:p>
          </p:txBody>
        </p:sp>
      </p:grpSp>
      <p:sp>
        <p:nvSpPr>
          <p:cNvPr id="13" name="Freeform 13"/>
          <p:cNvSpPr/>
          <p:nvPr/>
        </p:nvSpPr>
        <p:spPr>
          <a:xfrm>
            <a:off x="11926080" y="3430080"/>
            <a:ext cx="1577520" cy="1604880"/>
          </a:xfrm>
          <a:custGeom>
            <a:avLst/>
            <a:gdLst/>
            <a:ahLst/>
            <a:cxnLst/>
            <a:rect l="l" t="t" r="r" b="b"/>
            <a:pathLst>
              <a:path w="1577520" h="1604880">
                <a:moveTo>
                  <a:pt x="0" y="0"/>
                </a:moveTo>
                <a:lnTo>
                  <a:pt x="1577520" y="0"/>
                </a:lnTo>
                <a:lnTo>
                  <a:pt x="1577520" y="1604880"/>
                </a:lnTo>
                <a:lnTo>
                  <a:pt x="0" y="1604880"/>
                </a:lnTo>
                <a:lnTo>
                  <a:pt x="0" y="0"/>
                </a:lnTo>
                <a:close/>
              </a:path>
            </a:pathLst>
          </a:custGeom>
          <a:blipFill>
            <a:blip r:embed="rId9">
              <a:extLst>
                <a:ext uri="{96DAC541-7B7A-43D3-8B79-37D633B846F1}">
                  <asvg:svgBlip xmlns:asvg="http://schemas.microsoft.com/office/drawing/2016/SVG/main" xmlns="" r:embed="rId10"/>
                </a:ext>
              </a:extLst>
            </a:blip>
            <a:stretch>
              <a:fillRect/>
            </a:stretch>
          </a:blipFill>
        </p:spPr>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F4272"/>
        </a:solidFill>
        <a:effectLst/>
      </p:bgPr>
    </p:bg>
    <p:spTree>
      <p:nvGrpSpPr>
        <p:cNvPr id="1" name=""/>
        <p:cNvGrpSpPr/>
        <p:nvPr/>
      </p:nvGrpSpPr>
      <p:grpSpPr>
        <a:xfrm>
          <a:off x="0" y="0"/>
          <a:ext cx="0" cy="0"/>
          <a:chOff x="0" y="0"/>
          <a:chExt cx="0" cy="0"/>
        </a:xfrm>
      </p:grpSpPr>
      <p:sp>
        <p:nvSpPr>
          <p:cNvPr id="2" name="Freeform 2"/>
          <p:cNvSpPr/>
          <p:nvPr/>
        </p:nvSpPr>
        <p:spPr>
          <a:xfrm>
            <a:off x="0" y="0"/>
            <a:ext cx="18287280" cy="10286640"/>
          </a:xfrm>
          <a:custGeom>
            <a:avLst/>
            <a:gdLst/>
            <a:ahLst/>
            <a:cxnLst/>
            <a:rect l="l" t="t" r="r" b="b"/>
            <a:pathLst>
              <a:path w="18287280" h="10286640">
                <a:moveTo>
                  <a:pt x="0" y="0"/>
                </a:moveTo>
                <a:lnTo>
                  <a:pt x="18287280" y="0"/>
                </a:lnTo>
                <a:lnTo>
                  <a:pt x="18287280" y="10286640"/>
                </a:lnTo>
                <a:lnTo>
                  <a:pt x="0" y="10286640"/>
                </a:lnTo>
                <a:lnTo>
                  <a:pt x="0" y="0"/>
                </a:lnTo>
                <a:close/>
              </a:path>
            </a:pathLst>
          </a:custGeom>
          <a:blipFill>
            <a:blip r:embed="rId2">
              <a:alphaModFix amt="39000"/>
            </a:blip>
            <a:stretch>
              <a:fillRect/>
            </a:stretch>
          </a:blipFill>
        </p:spPr>
      </p:sp>
      <p:sp>
        <p:nvSpPr>
          <p:cNvPr id="3" name="Freeform 3"/>
          <p:cNvSpPr/>
          <p:nvPr/>
        </p:nvSpPr>
        <p:spPr>
          <a:xfrm>
            <a:off x="8479440" y="-300960"/>
            <a:ext cx="7501680" cy="7276320"/>
          </a:xfrm>
          <a:custGeom>
            <a:avLst/>
            <a:gdLst/>
            <a:ahLst/>
            <a:cxnLst/>
            <a:rect l="l" t="t" r="r" b="b"/>
            <a:pathLst>
              <a:path w="7501680" h="7276320">
                <a:moveTo>
                  <a:pt x="0" y="0"/>
                </a:moveTo>
                <a:lnTo>
                  <a:pt x="7501680" y="0"/>
                </a:lnTo>
                <a:lnTo>
                  <a:pt x="7501680" y="7276320"/>
                </a:lnTo>
                <a:lnTo>
                  <a:pt x="0" y="7276320"/>
                </a:lnTo>
                <a:lnTo>
                  <a:pt x="0" y="0"/>
                </a:lnTo>
                <a:close/>
              </a:path>
            </a:pathLst>
          </a:custGeom>
          <a:blipFill>
            <a:blip r:embed="rId3">
              <a:alphaModFix amt="79000"/>
            </a:blip>
            <a:stretch>
              <a:fillRect t="-2" b="-2"/>
            </a:stretch>
          </a:blipFill>
        </p:spPr>
      </p:sp>
      <p:sp>
        <p:nvSpPr>
          <p:cNvPr id="4" name="Freeform 4"/>
          <p:cNvSpPr/>
          <p:nvPr/>
        </p:nvSpPr>
        <p:spPr>
          <a:xfrm>
            <a:off x="9234000" y="-5860800"/>
            <a:ext cx="10170000" cy="10286640"/>
          </a:xfrm>
          <a:custGeom>
            <a:avLst/>
            <a:gdLst/>
            <a:ahLst/>
            <a:cxnLst/>
            <a:rect l="l" t="t" r="r" b="b"/>
            <a:pathLst>
              <a:path w="10170000" h="10286640">
                <a:moveTo>
                  <a:pt x="0" y="0"/>
                </a:moveTo>
                <a:lnTo>
                  <a:pt x="10170000" y="0"/>
                </a:lnTo>
                <a:lnTo>
                  <a:pt x="10170000" y="10286640"/>
                </a:lnTo>
                <a:lnTo>
                  <a:pt x="0" y="10286640"/>
                </a:lnTo>
                <a:lnTo>
                  <a:pt x="0" y="0"/>
                </a:lnTo>
                <a:close/>
              </a:path>
            </a:pathLst>
          </a:custGeom>
          <a:blipFill>
            <a:blip r:embed="rId4"/>
            <a:stretch>
              <a:fillRect l="-1" r="-1"/>
            </a:stretch>
          </a:blipFill>
        </p:spPr>
      </p:sp>
      <p:sp>
        <p:nvSpPr>
          <p:cNvPr id="5" name="Freeform 5"/>
          <p:cNvSpPr/>
          <p:nvPr/>
        </p:nvSpPr>
        <p:spPr>
          <a:xfrm>
            <a:off x="-1077120" y="-1067040"/>
            <a:ext cx="20442240" cy="12420000"/>
          </a:xfrm>
          <a:custGeom>
            <a:avLst/>
            <a:gdLst/>
            <a:ahLst/>
            <a:cxnLst/>
            <a:rect l="l" t="t" r="r" b="b"/>
            <a:pathLst>
              <a:path w="20442240" h="12420000">
                <a:moveTo>
                  <a:pt x="0" y="0"/>
                </a:moveTo>
                <a:lnTo>
                  <a:pt x="20442240" y="0"/>
                </a:lnTo>
                <a:lnTo>
                  <a:pt x="20442240" y="12420000"/>
                </a:lnTo>
                <a:lnTo>
                  <a:pt x="0" y="12420000"/>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grpSp>
        <p:nvGrpSpPr>
          <p:cNvPr id="6" name="Group 6"/>
          <p:cNvGrpSpPr/>
          <p:nvPr/>
        </p:nvGrpSpPr>
        <p:grpSpPr>
          <a:xfrm>
            <a:off x="2876400" y="2171520"/>
            <a:ext cx="12515040" cy="3466080"/>
            <a:chOff x="0" y="0"/>
            <a:chExt cx="16686720" cy="4621440"/>
          </a:xfrm>
        </p:grpSpPr>
        <p:sp>
          <p:nvSpPr>
            <p:cNvPr id="7" name="Freeform 7"/>
            <p:cNvSpPr/>
            <p:nvPr/>
          </p:nvSpPr>
          <p:spPr>
            <a:xfrm>
              <a:off x="0" y="0"/>
              <a:ext cx="16686719" cy="4621440"/>
            </a:xfrm>
            <a:custGeom>
              <a:avLst/>
              <a:gdLst/>
              <a:ahLst/>
              <a:cxnLst/>
              <a:rect l="l" t="t" r="r" b="b"/>
              <a:pathLst>
                <a:path w="16686719" h="4621440">
                  <a:moveTo>
                    <a:pt x="0" y="0"/>
                  </a:moveTo>
                  <a:lnTo>
                    <a:pt x="16686719" y="0"/>
                  </a:lnTo>
                  <a:lnTo>
                    <a:pt x="16686719" y="4621440"/>
                  </a:lnTo>
                  <a:lnTo>
                    <a:pt x="0" y="4621440"/>
                  </a:lnTo>
                  <a:close/>
                </a:path>
              </a:pathLst>
            </a:custGeom>
            <a:solidFill>
              <a:srgbClr val="000000">
                <a:alpha val="0"/>
              </a:srgbClr>
            </a:solidFill>
          </p:spPr>
        </p:sp>
        <p:sp>
          <p:nvSpPr>
            <p:cNvPr id="8" name="TextBox 8"/>
            <p:cNvSpPr txBox="1"/>
            <p:nvPr/>
          </p:nvSpPr>
          <p:spPr>
            <a:xfrm>
              <a:off x="0" y="0"/>
              <a:ext cx="16686720" cy="4621440"/>
            </a:xfrm>
            <a:prstGeom prst="rect">
              <a:avLst/>
            </a:prstGeom>
          </p:spPr>
          <p:txBody>
            <a:bodyPr lIns="0" tIns="0" rIns="0" bIns="0" rtlCol="0" anchor="b"/>
            <a:lstStyle/>
            <a:p>
              <a:pPr algn="ctr">
                <a:lnSpc>
                  <a:spcPts val="9600"/>
                </a:lnSpc>
              </a:pPr>
              <a:r>
                <a:rPr lang="en-US" sz="8000" spc="-2">
                  <a:solidFill>
                    <a:srgbClr val="F3FF36"/>
                  </a:solidFill>
                  <a:latin typeface="Dela Gothic One"/>
                  <a:ea typeface="Dela Gothic One"/>
                  <a:cs typeface="Dela Gothic One"/>
                  <a:sym typeface="Dela Gothic One"/>
                </a:rPr>
                <a:t>Configuration Management</a:t>
              </a:r>
            </a:p>
          </p:txBody>
        </p:sp>
      </p:grpSp>
      <p:grpSp>
        <p:nvGrpSpPr>
          <p:cNvPr id="9" name="Group 9"/>
          <p:cNvGrpSpPr/>
          <p:nvPr/>
        </p:nvGrpSpPr>
        <p:grpSpPr>
          <a:xfrm>
            <a:off x="2876400" y="5639040"/>
            <a:ext cx="12515040" cy="1884960"/>
            <a:chOff x="0" y="0"/>
            <a:chExt cx="16686720" cy="2513280"/>
          </a:xfrm>
        </p:grpSpPr>
        <p:sp>
          <p:nvSpPr>
            <p:cNvPr id="10" name="Freeform 10"/>
            <p:cNvSpPr/>
            <p:nvPr/>
          </p:nvSpPr>
          <p:spPr>
            <a:xfrm>
              <a:off x="0" y="0"/>
              <a:ext cx="16686719" cy="2513280"/>
            </a:xfrm>
            <a:custGeom>
              <a:avLst/>
              <a:gdLst/>
              <a:ahLst/>
              <a:cxnLst/>
              <a:rect l="l" t="t" r="r" b="b"/>
              <a:pathLst>
                <a:path w="16686719" h="2513280">
                  <a:moveTo>
                    <a:pt x="0" y="0"/>
                  </a:moveTo>
                  <a:lnTo>
                    <a:pt x="16686719" y="0"/>
                  </a:lnTo>
                  <a:lnTo>
                    <a:pt x="16686719" y="2513280"/>
                  </a:lnTo>
                  <a:lnTo>
                    <a:pt x="0" y="2513280"/>
                  </a:lnTo>
                  <a:close/>
                </a:path>
              </a:pathLst>
            </a:custGeom>
            <a:solidFill>
              <a:srgbClr val="000000">
                <a:alpha val="0"/>
              </a:srgbClr>
            </a:solidFill>
          </p:spPr>
        </p:sp>
        <p:sp>
          <p:nvSpPr>
            <p:cNvPr id="11" name="TextBox 11"/>
            <p:cNvSpPr txBox="1"/>
            <p:nvPr/>
          </p:nvSpPr>
          <p:spPr>
            <a:xfrm>
              <a:off x="0" y="9525"/>
              <a:ext cx="16686720" cy="2503755"/>
            </a:xfrm>
            <a:prstGeom prst="rect">
              <a:avLst/>
            </a:prstGeom>
          </p:spPr>
          <p:txBody>
            <a:bodyPr lIns="0" tIns="0" rIns="0" bIns="0" rtlCol="0" anchor="t"/>
            <a:lstStyle/>
            <a:p>
              <a:pPr algn="ctr">
                <a:lnSpc>
                  <a:spcPts val="3359"/>
                </a:lnSpc>
              </a:pPr>
              <a:r>
                <a:rPr lang="en-US" sz="2799" b="1" spc="-1">
                  <a:solidFill>
                    <a:srgbClr val="FFFFFF"/>
                  </a:solidFill>
                  <a:latin typeface="Montserrat Medium"/>
                  <a:ea typeface="Montserrat Medium"/>
                  <a:cs typeface="Montserrat Medium"/>
                  <a:sym typeface="Montserrat Medium"/>
                </a:rPr>
                <a:t>Managing configurations effectively is critical for ensuring that Python applications run smoothly. Tools like pipenv and poetry help manage dependencies and environment settings, improving project standardization and deployment processes.</a:t>
              </a:r>
            </a:p>
          </p:txBody>
        </p:sp>
      </p:grpSp>
      <p:sp>
        <p:nvSpPr>
          <p:cNvPr id="12" name="Freeform 12"/>
          <p:cNvSpPr/>
          <p:nvPr/>
        </p:nvSpPr>
        <p:spPr>
          <a:xfrm>
            <a:off x="12770640" y="3520800"/>
            <a:ext cx="644400" cy="645840"/>
          </a:xfrm>
          <a:custGeom>
            <a:avLst/>
            <a:gdLst/>
            <a:ahLst/>
            <a:cxnLst/>
            <a:rect l="l" t="t" r="r" b="b"/>
            <a:pathLst>
              <a:path w="644400" h="645840">
                <a:moveTo>
                  <a:pt x="0" y="0"/>
                </a:moveTo>
                <a:lnTo>
                  <a:pt x="644400" y="0"/>
                </a:lnTo>
                <a:lnTo>
                  <a:pt x="644400" y="645840"/>
                </a:lnTo>
                <a:lnTo>
                  <a:pt x="0" y="645840"/>
                </a:lnTo>
                <a:lnTo>
                  <a:pt x="0" y="0"/>
                </a:lnTo>
                <a:close/>
              </a:path>
            </a:pathLst>
          </a:custGeom>
          <a:blipFill>
            <a:blip r:embed="rId7">
              <a:extLst>
                <a:ext uri="{96DAC541-7B7A-43D3-8B79-37D633B846F1}">
                  <asvg:svgBlip xmlns:asvg="http://schemas.microsoft.com/office/drawing/2016/SVG/main" xmlns="" r:embed="rId8"/>
                </a:ext>
              </a:extLst>
            </a:blip>
            <a:stretch>
              <a:fillRect/>
            </a:stretch>
          </a:blipFill>
        </p:spPr>
      </p:sp>
      <p:sp>
        <p:nvSpPr>
          <p:cNvPr id="13" name="Freeform 13"/>
          <p:cNvSpPr/>
          <p:nvPr/>
        </p:nvSpPr>
        <p:spPr>
          <a:xfrm>
            <a:off x="4721760" y="4676400"/>
            <a:ext cx="434160" cy="434880"/>
          </a:xfrm>
          <a:custGeom>
            <a:avLst/>
            <a:gdLst/>
            <a:ahLst/>
            <a:cxnLst/>
            <a:rect l="l" t="t" r="r" b="b"/>
            <a:pathLst>
              <a:path w="434160" h="434880">
                <a:moveTo>
                  <a:pt x="0" y="0"/>
                </a:moveTo>
                <a:lnTo>
                  <a:pt x="434160" y="0"/>
                </a:lnTo>
                <a:lnTo>
                  <a:pt x="434160" y="434880"/>
                </a:lnTo>
                <a:lnTo>
                  <a:pt x="0" y="434880"/>
                </a:lnTo>
                <a:lnTo>
                  <a:pt x="0" y="0"/>
                </a:lnTo>
                <a:close/>
              </a:path>
            </a:pathLst>
          </a:custGeom>
          <a:blipFill>
            <a:blip r:embed="rId9">
              <a:extLst>
                <a:ext uri="{96DAC541-7B7A-43D3-8B79-37D633B846F1}">
                  <asvg:svgBlip xmlns:asvg="http://schemas.microsoft.com/office/drawing/2016/SVG/main" xmlns="" r:embed="rId10"/>
                </a:ext>
              </a:extLst>
            </a:blip>
            <a:stretch>
              <a:fillRect/>
            </a:stretch>
          </a:blipFill>
        </p:spPr>
      </p:sp>
      <p:sp>
        <p:nvSpPr>
          <p:cNvPr id="14" name="Freeform 14"/>
          <p:cNvSpPr/>
          <p:nvPr/>
        </p:nvSpPr>
        <p:spPr>
          <a:xfrm>
            <a:off x="14101920" y="7082640"/>
            <a:ext cx="434160" cy="434880"/>
          </a:xfrm>
          <a:custGeom>
            <a:avLst/>
            <a:gdLst/>
            <a:ahLst/>
            <a:cxnLst/>
            <a:rect l="l" t="t" r="r" b="b"/>
            <a:pathLst>
              <a:path w="434160" h="434880">
                <a:moveTo>
                  <a:pt x="0" y="0"/>
                </a:moveTo>
                <a:lnTo>
                  <a:pt x="434160" y="0"/>
                </a:lnTo>
                <a:lnTo>
                  <a:pt x="434160" y="434880"/>
                </a:lnTo>
                <a:lnTo>
                  <a:pt x="0" y="434880"/>
                </a:lnTo>
                <a:lnTo>
                  <a:pt x="0" y="0"/>
                </a:lnTo>
                <a:close/>
              </a:path>
            </a:pathLst>
          </a:custGeom>
          <a:blipFill>
            <a:blip r:embed="rId9">
              <a:extLst>
                <a:ext uri="{96DAC541-7B7A-43D3-8B79-37D633B846F1}">
                  <asvg:svgBlip xmlns:asvg="http://schemas.microsoft.com/office/drawing/2016/SVG/main" xmlns="" r:embed="rId10"/>
                </a:ext>
              </a:extLst>
            </a:blip>
            <a:stretch>
              <a:fillRect/>
            </a:stretch>
          </a:blipFill>
        </p:spPr>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F4272"/>
        </a:solidFill>
        <a:effectLst/>
      </p:bgPr>
    </p:bg>
    <p:spTree>
      <p:nvGrpSpPr>
        <p:cNvPr id="1" name=""/>
        <p:cNvGrpSpPr/>
        <p:nvPr/>
      </p:nvGrpSpPr>
      <p:grpSpPr>
        <a:xfrm>
          <a:off x="0" y="0"/>
          <a:ext cx="0" cy="0"/>
          <a:chOff x="0" y="0"/>
          <a:chExt cx="0" cy="0"/>
        </a:xfrm>
      </p:grpSpPr>
      <p:sp>
        <p:nvSpPr>
          <p:cNvPr id="2" name="Freeform 2"/>
          <p:cNvSpPr/>
          <p:nvPr/>
        </p:nvSpPr>
        <p:spPr>
          <a:xfrm>
            <a:off x="0" y="0"/>
            <a:ext cx="18287280" cy="10286640"/>
          </a:xfrm>
          <a:custGeom>
            <a:avLst/>
            <a:gdLst/>
            <a:ahLst/>
            <a:cxnLst/>
            <a:rect l="l" t="t" r="r" b="b"/>
            <a:pathLst>
              <a:path w="18287280" h="10286640">
                <a:moveTo>
                  <a:pt x="0" y="0"/>
                </a:moveTo>
                <a:lnTo>
                  <a:pt x="18287280" y="0"/>
                </a:lnTo>
                <a:lnTo>
                  <a:pt x="18287280" y="10286640"/>
                </a:lnTo>
                <a:lnTo>
                  <a:pt x="0" y="10286640"/>
                </a:lnTo>
                <a:lnTo>
                  <a:pt x="0" y="0"/>
                </a:lnTo>
                <a:close/>
              </a:path>
            </a:pathLst>
          </a:custGeom>
          <a:blipFill>
            <a:blip r:embed="rId2">
              <a:alphaModFix amt="40000"/>
            </a:blip>
            <a:stretch>
              <a:fillRect l="-36100" t="-61464" r="-27035" b="-1670"/>
            </a:stretch>
          </a:blipFill>
        </p:spPr>
      </p:sp>
      <p:sp>
        <p:nvSpPr>
          <p:cNvPr id="3" name="Freeform 3"/>
          <p:cNvSpPr/>
          <p:nvPr/>
        </p:nvSpPr>
        <p:spPr>
          <a:xfrm>
            <a:off x="-5451120" y="-1882080"/>
            <a:ext cx="10170000" cy="10286640"/>
          </a:xfrm>
          <a:custGeom>
            <a:avLst/>
            <a:gdLst/>
            <a:ahLst/>
            <a:cxnLst/>
            <a:rect l="l" t="t" r="r" b="b"/>
            <a:pathLst>
              <a:path w="10170000" h="10286640">
                <a:moveTo>
                  <a:pt x="0" y="0"/>
                </a:moveTo>
                <a:lnTo>
                  <a:pt x="10170000" y="0"/>
                </a:lnTo>
                <a:lnTo>
                  <a:pt x="10170000" y="10286640"/>
                </a:lnTo>
                <a:lnTo>
                  <a:pt x="0" y="10286640"/>
                </a:lnTo>
                <a:lnTo>
                  <a:pt x="0" y="0"/>
                </a:lnTo>
                <a:close/>
              </a:path>
            </a:pathLst>
          </a:custGeom>
          <a:blipFill>
            <a:blip r:embed="rId3"/>
            <a:stretch>
              <a:fillRect l="-1" r="-1"/>
            </a:stretch>
          </a:blipFill>
        </p:spPr>
      </p:sp>
      <p:sp>
        <p:nvSpPr>
          <p:cNvPr id="4" name="Freeform 4"/>
          <p:cNvSpPr/>
          <p:nvPr/>
        </p:nvSpPr>
        <p:spPr>
          <a:xfrm>
            <a:off x="7920720" y="5795280"/>
            <a:ext cx="7501680" cy="7276320"/>
          </a:xfrm>
          <a:custGeom>
            <a:avLst/>
            <a:gdLst/>
            <a:ahLst/>
            <a:cxnLst/>
            <a:rect l="l" t="t" r="r" b="b"/>
            <a:pathLst>
              <a:path w="7501680" h="7276320">
                <a:moveTo>
                  <a:pt x="0" y="0"/>
                </a:moveTo>
                <a:lnTo>
                  <a:pt x="7501680" y="0"/>
                </a:lnTo>
                <a:lnTo>
                  <a:pt x="7501680" y="7276320"/>
                </a:lnTo>
                <a:lnTo>
                  <a:pt x="0" y="7276320"/>
                </a:lnTo>
                <a:lnTo>
                  <a:pt x="0" y="0"/>
                </a:lnTo>
                <a:close/>
              </a:path>
            </a:pathLst>
          </a:custGeom>
          <a:blipFill>
            <a:blip r:embed="rId4">
              <a:alphaModFix amt="79000"/>
            </a:blip>
            <a:stretch>
              <a:fillRect t="-2" b="-2"/>
            </a:stretch>
          </a:blipFill>
        </p:spPr>
      </p:sp>
      <p:sp>
        <p:nvSpPr>
          <p:cNvPr id="5" name="Freeform 5"/>
          <p:cNvSpPr/>
          <p:nvPr/>
        </p:nvSpPr>
        <p:spPr>
          <a:xfrm>
            <a:off x="-1070640" y="1080000"/>
            <a:ext cx="20429280" cy="8323200"/>
          </a:xfrm>
          <a:custGeom>
            <a:avLst/>
            <a:gdLst/>
            <a:ahLst/>
            <a:cxnLst/>
            <a:rect l="l" t="t" r="r" b="b"/>
            <a:pathLst>
              <a:path w="20429280" h="8323200">
                <a:moveTo>
                  <a:pt x="0" y="0"/>
                </a:moveTo>
                <a:lnTo>
                  <a:pt x="20429280" y="0"/>
                </a:lnTo>
                <a:lnTo>
                  <a:pt x="20429280" y="8323200"/>
                </a:lnTo>
                <a:lnTo>
                  <a:pt x="0" y="8323200"/>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6" name="Freeform 6"/>
          <p:cNvSpPr/>
          <p:nvPr/>
        </p:nvSpPr>
        <p:spPr>
          <a:xfrm>
            <a:off x="668160" y="2676240"/>
            <a:ext cx="434160" cy="434880"/>
          </a:xfrm>
          <a:custGeom>
            <a:avLst/>
            <a:gdLst/>
            <a:ahLst/>
            <a:cxnLst/>
            <a:rect l="l" t="t" r="r" b="b"/>
            <a:pathLst>
              <a:path w="434160" h="434880">
                <a:moveTo>
                  <a:pt x="0" y="0"/>
                </a:moveTo>
                <a:lnTo>
                  <a:pt x="434160" y="0"/>
                </a:lnTo>
                <a:lnTo>
                  <a:pt x="434160" y="434880"/>
                </a:lnTo>
                <a:lnTo>
                  <a:pt x="0" y="434880"/>
                </a:lnTo>
                <a:lnTo>
                  <a:pt x="0" y="0"/>
                </a:lnTo>
                <a:close/>
              </a:path>
            </a:pathLst>
          </a:custGeom>
          <a:blipFill>
            <a:blip r:embed="rId7">
              <a:extLst>
                <a:ext uri="{96DAC541-7B7A-43D3-8B79-37D633B846F1}">
                  <asvg:svgBlip xmlns:asvg="http://schemas.microsoft.com/office/drawing/2016/SVG/main" xmlns="" r:embed="rId8"/>
                </a:ext>
              </a:extLst>
            </a:blip>
            <a:stretch>
              <a:fillRect/>
            </a:stretch>
          </a:blipFill>
        </p:spPr>
      </p:sp>
      <p:grpSp>
        <p:nvGrpSpPr>
          <p:cNvPr id="7" name="Group 7"/>
          <p:cNvGrpSpPr/>
          <p:nvPr/>
        </p:nvGrpSpPr>
        <p:grpSpPr>
          <a:xfrm>
            <a:off x="1428480" y="1581120"/>
            <a:ext cx="10724400" cy="3237840"/>
            <a:chOff x="0" y="0"/>
            <a:chExt cx="14299200" cy="4317120"/>
          </a:xfrm>
        </p:grpSpPr>
        <p:sp>
          <p:nvSpPr>
            <p:cNvPr id="8" name="Freeform 8"/>
            <p:cNvSpPr/>
            <p:nvPr/>
          </p:nvSpPr>
          <p:spPr>
            <a:xfrm>
              <a:off x="0" y="0"/>
              <a:ext cx="14299200" cy="4317120"/>
            </a:xfrm>
            <a:custGeom>
              <a:avLst/>
              <a:gdLst/>
              <a:ahLst/>
              <a:cxnLst/>
              <a:rect l="l" t="t" r="r" b="b"/>
              <a:pathLst>
                <a:path w="14299200" h="4317120">
                  <a:moveTo>
                    <a:pt x="0" y="0"/>
                  </a:moveTo>
                  <a:lnTo>
                    <a:pt x="14299200" y="0"/>
                  </a:lnTo>
                  <a:lnTo>
                    <a:pt x="14299200" y="4317120"/>
                  </a:lnTo>
                  <a:lnTo>
                    <a:pt x="0" y="4317120"/>
                  </a:lnTo>
                  <a:close/>
                </a:path>
              </a:pathLst>
            </a:custGeom>
            <a:solidFill>
              <a:srgbClr val="000000">
                <a:alpha val="0"/>
              </a:srgbClr>
            </a:solidFill>
          </p:spPr>
        </p:sp>
        <p:sp>
          <p:nvSpPr>
            <p:cNvPr id="9" name="TextBox 9"/>
            <p:cNvSpPr txBox="1"/>
            <p:nvPr/>
          </p:nvSpPr>
          <p:spPr>
            <a:xfrm>
              <a:off x="0" y="0"/>
              <a:ext cx="14299200" cy="4317120"/>
            </a:xfrm>
            <a:prstGeom prst="rect">
              <a:avLst/>
            </a:prstGeom>
          </p:spPr>
          <p:txBody>
            <a:bodyPr lIns="0" tIns="0" rIns="0" bIns="0" rtlCol="0" anchor="b"/>
            <a:lstStyle/>
            <a:p>
              <a:pPr algn="l">
                <a:lnSpc>
                  <a:spcPts val="9600"/>
                </a:lnSpc>
              </a:pPr>
              <a:r>
                <a:rPr lang="en-US" sz="8000" spc="-2">
                  <a:solidFill>
                    <a:srgbClr val="F3FF36"/>
                  </a:solidFill>
                  <a:latin typeface="Dela Gothic One"/>
                  <a:ea typeface="Dela Gothic One"/>
                  <a:cs typeface="Dela Gothic One"/>
                  <a:sym typeface="Dela Gothic One"/>
                </a:rPr>
                <a:t>Code Organization</a:t>
              </a:r>
            </a:p>
          </p:txBody>
        </p:sp>
      </p:grpSp>
      <p:grpSp>
        <p:nvGrpSpPr>
          <p:cNvPr id="10" name="Group 10"/>
          <p:cNvGrpSpPr/>
          <p:nvPr/>
        </p:nvGrpSpPr>
        <p:grpSpPr>
          <a:xfrm>
            <a:off x="1428480" y="4819680"/>
            <a:ext cx="10724400" cy="4057200"/>
            <a:chOff x="0" y="0"/>
            <a:chExt cx="14299200" cy="5409600"/>
          </a:xfrm>
        </p:grpSpPr>
        <p:sp>
          <p:nvSpPr>
            <p:cNvPr id="11" name="Freeform 11"/>
            <p:cNvSpPr/>
            <p:nvPr/>
          </p:nvSpPr>
          <p:spPr>
            <a:xfrm>
              <a:off x="0" y="0"/>
              <a:ext cx="14299200" cy="5409600"/>
            </a:xfrm>
            <a:custGeom>
              <a:avLst/>
              <a:gdLst/>
              <a:ahLst/>
              <a:cxnLst/>
              <a:rect l="l" t="t" r="r" b="b"/>
              <a:pathLst>
                <a:path w="14299200" h="5409600">
                  <a:moveTo>
                    <a:pt x="0" y="0"/>
                  </a:moveTo>
                  <a:lnTo>
                    <a:pt x="14299200" y="0"/>
                  </a:lnTo>
                  <a:lnTo>
                    <a:pt x="14299200" y="5409600"/>
                  </a:lnTo>
                  <a:lnTo>
                    <a:pt x="0" y="5409600"/>
                  </a:lnTo>
                  <a:close/>
                </a:path>
              </a:pathLst>
            </a:custGeom>
            <a:solidFill>
              <a:srgbClr val="000000">
                <a:alpha val="0"/>
              </a:srgbClr>
            </a:solidFill>
          </p:spPr>
        </p:sp>
        <p:sp>
          <p:nvSpPr>
            <p:cNvPr id="12" name="TextBox 12"/>
            <p:cNvSpPr txBox="1"/>
            <p:nvPr/>
          </p:nvSpPr>
          <p:spPr>
            <a:xfrm>
              <a:off x="0" y="0"/>
              <a:ext cx="14299200" cy="5409600"/>
            </a:xfrm>
            <a:prstGeom prst="rect">
              <a:avLst/>
            </a:prstGeom>
          </p:spPr>
          <p:txBody>
            <a:bodyPr lIns="0" tIns="0" rIns="0" bIns="0" rtlCol="0" anchor="t"/>
            <a:lstStyle/>
            <a:p>
              <a:pPr algn="l">
                <a:lnSpc>
                  <a:spcPts val="3840"/>
                </a:lnSpc>
              </a:pPr>
              <a:r>
                <a:rPr lang="en-US" sz="3200" b="1" spc="-2">
                  <a:solidFill>
                    <a:srgbClr val="FFFFFF"/>
                  </a:solidFill>
                  <a:latin typeface="Montserrat Medium"/>
                  <a:ea typeface="Montserrat Medium"/>
                  <a:cs typeface="Montserrat Medium"/>
                  <a:sym typeface="Montserrat Medium"/>
                </a:rPr>
                <a:t>Organizing code effectively enhances readability and maintainability. Best practices include following the PEP 8 style guide, structuring code into modules and packages, and consistently applying conventions throughout the codebase, resulting in cleaner, more manageable projects.</a:t>
              </a:r>
            </a:p>
          </p:txBody>
        </p:sp>
      </p:grpSp>
      <p:sp>
        <p:nvSpPr>
          <p:cNvPr id="13" name="Freeform 13"/>
          <p:cNvSpPr/>
          <p:nvPr/>
        </p:nvSpPr>
        <p:spPr>
          <a:xfrm>
            <a:off x="11926080" y="3430080"/>
            <a:ext cx="1577520" cy="1604880"/>
          </a:xfrm>
          <a:custGeom>
            <a:avLst/>
            <a:gdLst/>
            <a:ahLst/>
            <a:cxnLst/>
            <a:rect l="l" t="t" r="r" b="b"/>
            <a:pathLst>
              <a:path w="1577520" h="1604880">
                <a:moveTo>
                  <a:pt x="0" y="0"/>
                </a:moveTo>
                <a:lnTo>
                  <a:pt x="1577520" y="0"/>
                </a:lnTo>
                <a:lnTo>
                  <a:pt x="1577520" y="1604880"/>
                </a:lnTo>
                <a:lnTo>
                  <a:pt x="0" y="1604880"/>
                </a:lnTo>
                <a:lnTo>
                  <a:pt x="0" y="0"/>
                </a:lnTo>
                <a:close/>
              </a:path>
            </a:pathLst>
          </a:custGeom>
          <a:blipFill>
            <a:blip r:embed="rId9">
              <a:extLst>
                <a:ext uri="{96DAC541-7B7A-43D3-8B79-37D633B846F1}">
                  <asvg:svgBlip xmlns:asvg="http://schemas.microsoft.com/office/drawing/2016/SVG/main" xmlns="" r:embed="rId10"/>
                </a:ext>
              </a:extLst>
            </a:blip>
            <a:stretch>
              <a:fillRect/>
            </a:stretch>
          </a:blipFill>
        </p:spPr>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F4272"/>
        </a:solidFill>
        <a:effectLst/>
      </p:bgPr>
    </p:bg>
    <p:spTree>
      <p:nvGrpSpPr>
        <p:cNvPr id="1" name=""/>
        <p:cNvGrpSpPr/>
        <p:nvPr/>
      </p:nvGrpSpPr>
      <p:grpSpPr>
        <a:xfrm>
          <a:off x="0" y="0"/>
          <a:ext cx="0" cy="0"/>
          <a:chOff x="0" y="0"/>
          <a:chExt cx="0" cy="0"/>
        </a:xfrm>
      </p:grpSpPr>
      <p:sp>
        <p:nvSpPr>
          <p:cNvPr id="2" name="Freeform 2"/>
          <p:cNvSpPr/>
          <p:nvPr/>
        </p:nvSpPr>
        <p:spPr>
          <a:xfrm>
            <a:off x="0" y="0"/>
            <a:ext cx="18287280" cy="10286640"/>
          </a:xfrm>
          <a:custGeom>
            <a:avLst/>
            <a:gdLst/>
            <a:ahLst/>
            <a:cxnLst/>
            <a:rect l="l" t="t" r="r" b="b"/>
            <a:pathLst>
              <a:path w="18287280" h="10286640">
                <a:moveTo>
                  <a:pt x="0" y="0"/>
                </a:moveTo>
                <a:lnTo>
                  <a:pt x="18287280" y="0"/>
                </a:lnTo>
                <a:lnTo>
                  <a:pt x="18287280" y="10286640"/>
                </a:lnTo>
                <a:lnTo>
                  <a:pt x="0" y="10286640"/>
                </a:lnTo>
                <a:lnTo>
                  <a:pt x="0" y="0"/>
                </a:lnTo>
                <a:close/>
              </a:path>
            </a:pathLst>
          </a:custGeom>
          <a:blipFill>
            <a:blip r:embed="rId2">
              <a:alphaModFix amt="39000"/>
            </a:blip>
            <a:stretch>
              <a:fillRect/>
            </a:stretch>
          </a:blipFill>
        </p:spPr>
      </p:sp>
      <p:sp>
        <p:nvSpPr>
          <p:cNvPr id="3" name="Freeform 3"/>
          <p:cNvSpPr/>
          <p:nvPr/>
        </p:nvSpPr>
        <p:spPr>
          <a:xfrm>
            <a:off x="8479440" y="-300960"/>
            <a:ext cx="7501680" cy="7276320"/>
          </a:xfrm>
          <a:custGeom>
            <a:avLst/>
            <a:gdLst/>
            <a:ahLst/>
            <a:cxnLst/>
            <a:rect l="l" t="t" r="r" b="b"/>
            <a:pathLst>
              <a:path w="7501680" h="7276320">
                <a:moveTo>
                  <a:pt x="0" y="0"/>
                </a:moveTo>
                <a:lnTo>
                  <a:pt x="7501680" y="0"/>
                </a:lnTo>
                <a:lnTo>
                  <a:pt x="7501680" y="7276320"/>
                </a:lnTo>
                <a:lnTo>
                  <a:pt x="0" y="7276320"/>
                </a:lnTo>
                <a:lnTo>
                  <a:pt x="0" y="0"/>
                </a:lnTo>
                <a:close/>
              </a:path>
            </a:pathLst>
          </a:custGeom>
          <a:blipFill>
            <a:blip r:embed="rId3">
              <a:alphaModFix amt="79000"/>
            </a:blip>
            <a:stretch>
              <a:fillRect t="-2" b="-2"/>
            </a:stretch>
          </a:blipFill>
        </p:spPr>
      </p:sp>
      <p:sp>
        <p:nvSpPr>
          <p:cNvPr id="4" name="Freeform 4"/>
          <p:cNvSpPr/>
          <p:nvPr/>
        </p:nvSpPr>
        <p:spPr>
          <a:xfrm>
            <a:off x="9234000" y="-5860800"/>
            <a:ext cx="10170000" cy="10286640"/>
          </a:xfrm>
          <a:custGeom>
            <a:avLst/>
            <a:gdLst/>
            <a:ahLst/>
            <a:cxnLst/>
            <a:rect l="l" t="t" r="r" b="b"/>
            <a:pathLst>
              <a:path w="10170000" h="10286640">
                <a:moveTo>
                  <a:pt x="0" y="0"/>
                </a:moveTo>
                <a:lnTo>
                  <a:pt x="10170000" y="0"/>
                </a:lnTo>
                <a:lnTo>
                  <a:pt x="10170000" y="10286640"/>
                </a:lnTo>
                <a:lnTo>
                  <a:pt x="0" y="10286640"/>
                </a:lnTo>
                <a:lnTo>
                  <a:pt x="0" y="0"/>
                </a:lnTo>
                <a:close/>
              </a:path>
            </a:pathLst>
          </a:custGeom>
          <a:blipFill>
            <a:blip r:embed="rId4"/>
            <a:stretch>
              <a:fillRect l="-1" r="-1"/>
            </a:stretch>
          </a:blipFill>
        </p:spPr>
      </p:sp>
      <p:sp>
        <p:nvSpPr>
          <p:cNvPr id="5" name="Freeform 5"/>
          <p:cNvSpPr/>
          <p:nvPr/>
        </p:nvSpPr>
        <p:spPr>
          <a:xfrm>
            <a:off x="-1077120" y="-1067040"/>
            <a:ext cx="20442240" cy="12420000"/>
          </a:xfrm>
          <a:custGeom>
            <a:avLst/>
            <a:gdLst/>
            <a:ahLst/>
            <a:cxnLst/>
            <a:rect l="l" t="t" r="r" b="b"/>
            <a:pathLst>
              <a:path w="20442240" h="12420000">
                <a:moveTo>
                  <a:pt x="0" y="0"/>
                </a:moveTo>
                <a:lnTo>
                  <a:pt x="20442240" y="0"/>
                </a:lnTo>
                <a:lnTo>
                  <a:pt x="20442240" y="12420000"/>
                </a:lnTo>
                <a:lnTo>
                  <a:pt x="0" y="12420000"/>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grpSp>
        <p:nvGrpSpPr>
          <p:cNvPr id="6" name="Group 6"/>
          <p:cNvGrpSpPr/>
          <p:nvPr/>
        </p:nvGrpSpPr>
        <p:grpSpPr>
          <a:xfrm>
            <a:off x="2876400" y="2171520"/>
            <a:ext cx="12515040" cy="3466080"/>
            <a:chOff x="0" y="0"/>
            <a:chExt cx="16686720" cy="4621440"/>
          </a:xfrm>
        </p:grpSpPr>
        <p:sp>
          <p:nvSpPr>
            <p:cNvPr id="7" name="Freeform 7"/>
            <p:cNvSpPr/>
            <p:nvPr/>
          </p:nvSpPr>
          <p:spPr>
            <a:xfrm>
              <a:off x="0" y="0"/>
              <a:ext cx="16686719" cy="4621440"/>
            </a:xfrm>
            <a:custGeom>
              <a:avLst/>
              <a:gdLst/>
              <a:ahLst/>
              <a:cxnLst/>
              <a:rect l="l" t="t" r="r" b="b"/>
              <a:pathLst>
                <a:path w="16686719" h="4621440">
                  <a:moveTo>
                    <a:pt x="0" y="0"/>
                  </a:moveTo>
                  <a:lnTo>
                    <a:pt x="16686719" y="0"/>
                  </a:lnTo>
                  <a:lnTo>
                    <a:pt x="16686719" y="4621440"/>
                  </a:lnTo>
                  <a:lnTo>
                    <a:pt x="0" y="4621440"/>
                  </a:lnTo>
                  <a:close/>
                </a:path>
              </a:pathLst>
            </a:custGeom>
            <a:solidFill>
              <a:srgbClr val="000000">
                <a:alpha val="0"/>
              </a:srgbClr>
            </a:solidFill>
          </p:spPr>
        </p:sp>
        <p:sp>
          <p:nvSpPr>
            <p:cNvPr id="8" name="TextBox 8"/>
            <p:cNvSpPr txBox="1"/>
            <p:nvPr/>
          </p:nvSpPr>
          <p:spPr>
            <a:xfrm>
              <a:off x="0" y="0"/>
              <a:ext cx="16686720" cy="4621440"/>
            </a:xfrm>
            <a:prstGeom prst="rect">
              <a:avLst/>
            </a:prstGeom>
          </p:spPr>
          <p:txBody>
            <a:bodyPr lIns="0" tIns="0" rIns="0" bIns="0" rtlCol="0" anchor="b"/>
            <a:lstStyle/>
            <a:p>
              <a:pPr algn="ctr">
                <a:lnSpc>
                  <a:spcPts val="9600"/>
                </a:lnSpc>
              </a:pPr>
              <a:r>
                <a:rPr lang="en-US" sz="8000" spc="-2">
                  <a:solidFill>
                    <a:srgbClr val="F3FF36"/>
                  </a:solidFill>
                  <a:latin typeface="Dela Gothic One"/>
                  <a:ea typeface="Dela Gothic One"/>
                  <a:cs typeface="Dela Gothic One"/>
                  <a:sym typeface="Dela Gothic One"/>
                </a:rPr>
                <a:t>Library Documentation</a:t>
              </a:r>
            </a:p>
          </p:txBody>
        </p:sp>
      </p:grpSp>
      <p:grpSp>
        <p:nvGrpSpPr>
          <p:cNvPr id="9" name="Group 9"/>
          <p:cNvGrpSpPr/>
          <p:nvPr/>
        </p:nvGrpSpPr>
        <p:grpSpPr>
          <a:xfrm>
            <a:off x="2876400" y="5639040"/>
            <a:ext cx="12515040" cy="1884960"/>
            <a:chOff x="0" y="0"/>
            <a:chExt cx="16686720" cy="2513280"/>
          </a:xfrm>
        </p:grpSpPr>
        <p:sp>
          <p:nvSpPr>
            <p:cNvPr id="10" name="Freeform 10"/>
            <p:cNvSpPr/>
            <p:nvPr/>
          </p:nvSpPr>
          <p:spPr>
            <a:xfrm>
              <a:off x="0" y="0"/>
              <a:ext cx="16686719" cy="2513280"/>
            </a:xfrm>
            <a:custGeom>
              <a:avLst/>
              <a:gdLst/>
              <a:ahLst/>
              <a:cxnLst/>
              <a:rect l="l" t="t" r="r" b="b"/>
              <a:pathLst>
                <a:path w="16686719" h="2513280">
                  <a:moveTo>
                    <a:pt x="0" y="0"/>
                  </a:moveTo>
                  <a:lnTo>
                    <a:pt x="16686719" y="0"/>
                  </a:lnTo>
                  <a:lnTo>
                    <a:pt x="16686719" y="2513280"/>
                  </a:lnTo>
                  <a:lnTo>
                    <a:pt x="0" y="2513280"/>
                  </a:lnTo>
                  <a:close/>
                </a:path>
              </a:pathLst>
            </a:custGeom>
            <a:solidFill>
              <a:srgbClr val="000000">
                <a:alpha val="0"/>
              </a:srgbClr>
            </a:solidFill>
          </p:spPr>
        </p:sp>
        <p:sp>
          <p:nvSpPr>
            <p:cNvPr id="11" name="TextBox 11"/>
            <p:cNvSpPr txBox="1"/>
            <p:nvPr/>
          </p:nvSpPr>
          <p:spPr>
            <a:xfrm>
              <a:off x="0" y="28575"/>
              <a:ext cx="16686720" cy="2484705"/>
            </a:xfrm>
            <a:prstGeom prst="rect">
              <a:avLst/>
            </a:prstGeom>
          </p:spPr>
          <p:txBody>
            <a:bodyPr lIns="0" tIns="0" rIns="0" bIns="0" rtlCol="0" anchor="t"/>
            <a:lstStyle/>
            <a:p>
              <a:pPr algn="ctr">
                <a:lnSpc>
                  <a:spcPts val="2958"/>
                </a:lnSpc>
              </a:pPr>
              <a:r>
                <a:rPr lang="en-US" sz="2739" b="1" spc="-1">
                  <a:solidFill>
                    <a:srgbClr val="FFFFFF"/>
                  </a:solidFill>
                  <a:latin typeface="Montserrat Medium"/>
                  <a:ea typeface="Montserrat Medium"/>
                  <a:cs typeface="Montserrat Medium"/>
                  <a:sym typeface="Montserrat Medium"/>
                </a:rPr>
                <a:t>Maintaining thorough documentation for libraries is essential for usability. Well-documented codes, including clear function definitions, usage examples, and explanations of parameters, allow users to understand and efficiently utilize libraries without confusion.</a:t>
              </a:r>
            </a:p>
          </p:txBody>
        </p:sp>
      </p:grpSp>
      <p:sp>
        <p:nvSpPr>
          <p:cNvPr id="12" name="Freeform 12"/>
          <p:cNvSpPr/>
          <p:nvPr/>
        </p:nvSpPr>
        <p:spPr>
          <a:xfrm>
            <a:off x="12770640" y="3520800"/>
            <a:ext cx="644400" cy="645840"/>
          </a:xfrm>
          <a:custGeom>
            <a:avLst/>
            <a:gdLst/>
            <a:ahLst/>
            <a:cxnLst/>
            <a:rect l="l" t="t" r="r" b="b"/>
            <a:pathLst>
              <a:path w="644400" h="645840">
                <a:moveTo>
                  <a:pt x="0" y="0"/>
                </a:moveTo>
                <a:lnTo>
                  <a:pt x="644400" y="0"/>
                </a:lnTo>
                <a:lnTo>
                  <a:pt x="644400" y="645840"/>
                </a:lnTo>
                <a:lnTo>
                  <a:pt x="0" y="645840"/>
                </a:lnTo>
                <a:lnTo>
                  <a:pt x="0" y="0"/>
                </a:lnTo>
                <a:close/>
              </a:path>
            </a:pathLst>
          </a:custGeom>
          <a:blipFill>
            <a:blip r:embed="rId7">
              <a:extLst>
                <a:ext uri="{96DAC541-7B7A-43D3-8B79-37D633B846F1}">
                  <asvg:svgBlip xmlns:asvg="http://schemas.microsoft.com/office/drawing/2016/SVG/main" xmlns="" r:embed="rId8"/>
                </a:ext>
              </a:extLst>
            </a:blip>
            <a:stretch>
              <a:fillRect/>
            </a:stretch>
          </a:blipFill>
        </p:spPr>
      </p:sp>
      <p:sp>
        <p:nvSpPr>
          <p:cNvPr id="13" name="Freeform 13"/>
          <p:cNvSpPr/>
          <p:nvPr/>
        </p:nvSpPr>
        <p:spPr>
          <a:xfrm>
            <a:off x="4721760" y="4676400"/>
            <a:ext cx="434160" cy="434880"/>
          </a:xfrm>
          <a:custGeom>
            <a:avLst/>
            <a:gdLst/>
            <a:ahLst/>
            <a:cxnLst/>
            <a:rect l="l" t="t" r="r" b="b"/>
            <a:pathLst>
              <a:path w="434160" h="434880">
                <a:moveTo>
                  <a:pt x="0" y="0"/>
                </a:moveTo>
                <a:lnTo>
                  <a:pt x="434160" y="0"/>
                </a:lnTo>
                <a:lnTo>
                  <a:pt x="434160" y="434880"/>
                </a:lnTo>
                <a:lnTo>
                  <a:pt x="0" y="434880"/>
                </a:lnTo>
                <a:lnTo>
                  <a:pt x="0" y="0"/>
                </a:lnTo>
                <a:close/>
              </a:path>
            </a:pathLst>
          </a:custGeom>
          <a:blipFill>
            <a:blip r:embed="rId9">
              <a:extLst>
                <a:ext uri="{96DAC541-7B7A-43D3-8B79-37D633B846F1}">
                  <asvg:svgBlip xmlns:asvg="http://schemas.microsoft.com/office/drawing/2016/SVG/main" xmlns="" r:embed="rId10"/>
                </a:ext>
              </a:extLst>
            </a:blip>
            <a:stretch>
              <a:fillRect/>
            </a:stretch>
          </a:blipFill>
        </p:spPr>
      </p:sp>
      <p:sp>
        <p:nvSpPr>
          <p:cNvPr id="14" name="Freeform 14"/>
          <p:cNvSpPr/>
          <p:nvPr/>
        </p:nvSpPr>
        <p:spPr>
          <a:xfrm>
            <a:off x="14101920" y="7082640"/>
            <a:ext cx="434160" cy="434880"/>
          </a:xfrm>
          <a:custGeom>
            <a:avLst/>
            <a:gdLst/>
            <a:ahLst/>
            <a:cxnLst/>
            <a:rect l="l" t="t" r="r" b="b"/>
            <a:pathLst>
              <a:path w="434160" h="434880">
                <a:moveTo>
                  <a:pt x="0" y="0"/>
                </a:moveTo>
                <a:lnTo>
                  <a:pt x="434160" y="0"/>
                </a:lnTo>
                <a:lnTo>
                  <a:pt x="434160" y="434880"/>
                </a:lnTo>
                <a:lnTo>
                  <a:pt x="0" y="434880"/>
                </a:lnTo>
                <a:lnTo>
                  <a:pt x="0" y="0"/>
                </a:lnTo>
                <a:close/>
              </a:path>
            </a:pathLst>
          </a:custGeom>
          <a:blipFill>
            <a:blip r:embed="rId9">
              <a:extLst>
                <a:ext uri="{96DAC541-7B7A-43D3-8B79-37D633B846F1}">
                  <asvg:svgBlip xmlns:asvg="http://schemas.microsoft.com/office/drawing/2016/SVG/main" xmlns="" r:embed="rId10"/>
                </a:ext>
              </a:extLst>
            </a:blip>
            <a:stretch>
              <a:fillRect/>
            </a:stretch>
          </a:blipFill>
        </p:spPr>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F4272"/>
        </a:solidFill>
        <a:effectLst/>
      </p:bgPr>
    </p:bg>
    <p:spTree>
      <p:nvGrpSpPr>
        <p:cNvPr id="1" name=""/>
        <p:cNvGrpSpPr/>
        <p:nvPr/>
      </p:nvGrpSpPr>
      <p:grpSpPr>
        <a:xfrm>
          <a:off x="0" y="0"/>
          <a:ext cx="0" cy="0"/>
          <a:chOff x="0" y="0"/>
          <a:chExt cx="0" cy="0"/>
        </a:xfrm>
      </p:grpSpPr>
      <p:sp>
        <p:nvSpPr>
          <p:cNvPr id="2" name="Freeform 2"/>
          <p:cNvSpPr/>
          <p:nvPr/>
        </p:nvSpPr>
        <p:spPr>
          <a:xfrm>
            <a:off x="0" y="0"/>
            <a:ext cx="18287280" cy="10286640"/>
          </a:xfrm>
          <a:custGeom>
            <a:avLst/>
            <a:gdLst/>
            <a:ahLst/>
            <a:cxnLst/>
            <a:rect l="l" t="t" r="r" b="b"/>
            <a:pathLst>
              <a:path w="18287280" h="10286640">
                <a:moveTo>
                  <a:pt x="0" y="0"/>
                </a:moveTo>
                <a:lnTo>
                  <a:pt x="18287280" y="0"/>
                </a:lnTo>
                <a:lnTo>
                  <a:pt x="18287280" y="10286640"/>
                </a:lnTo>
                <a:lnTo>
                  <a:pt x="0" y="10286640"/>
                </a:lnTo>
                <a:lnTo>
                  <a:pt x="0" y="0"/>
                </a:lnTo>
                <a:close/>
              </a:path>
            </a:pathLst>
          </a:custGeom>
          <a:blipFill>
            <a:blip r:embed="rId2">
              <a:alphaModFix amt="40000"/>
            </a:blip>
            <a:stretch>
              <a:fillRect/>
            </a:stretch>
          </a:blipFill>
        </p:spPr>
      </p:sp>
      <p:sp>
        <p:nvSpPr>
          <p:cNvPr id="3" name="Freeform 3"/>
          <p:cNvSpPr/>
          <p:nvPr/>
        </p:nvSpPr>
        <p:spPr>
          <a:xfrm>
            <a:off x="0" y="-3844080"/>
            <a:ext cx="7501680" cy="7276320"/>
          </a:xfrm>
          <a:custGeom>
            <a:avLst/>
            <a:gdLst/>
            <a:ahLst/>
            <a:cxnLst/>
            <a:rect l="l" t="t" r="r" b="b"/>
            <a:pathLst>
              <a:path w="7501680" h="7276320">
                <a:moveTo>
                  <a:pt x="0" y="0"/>
                </a:moveTo>
                <a:lnTo>
                  <a:pt x="7501680" y="0"/>
                </a:lnTo>
                <a:lnTo>
                  <a:pt x="7501680" y="7276320"/>
                </a:lnTo>
                <a:lnTo>
                  <a:pt x="0" y="7276320"/>
                </a:lnTo>
                <a:lnTo>
                  <a:pt x="0" y="0"/>
                </a:lnTo>
                <a:close/>
              </a:path>
            </a:pathLst>
          </a:custGeom>
          <a:blipFill>
            <a:blip r:embed="rId3">
              <a:alphaModFix amt="79000"/>
            </a:blip>
            <a:stretch>
              <a:fillRect t="-2" b="-2"/>
            </a:stretch>
          </a:blipFill>
        </p:spPr>
      </p:sp>
      <p:sp>
        <p:nvSpPr>
          <p:cNvPr id="4" name="Freeform 4"/>
          <p:cNvSpPr/>
          <p:nvPr/>
        </p:nvSpPr>
        <p:spPr>
          <a:xfrm>
            <a:off x="355680" y="9208080"/>
            <a:ext cx="17576640" cy="2144880"/>
          </a:xfrm>
          <a:custGeom>
            <a:avLst/>
            <a:gdLst/>
            <a:ahLst/>
            <a:cxnLst/>
            <a:rect l="l" t="t" r="r" b="b"/>
            <a:pathLst>
              <a:path w="17576640" h="2144880">
                <a:moveTo>
                  <a:pt x="0" y="0"/>
                </a:moveTo>
                <a:lnTo>
                  <a:pt x="17576640" y="0"/>
                </a:lnTo>
                <a:lnTo>
                  <a:pt x="17576640" y="2144880"/>
                </a:lnTo>
                <a:lnTo>
                  <a:pt x="0" y="2144880"/>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5" name="Freeform 5"/>
          <p:cNvSpPr/>
          <p:nvPr/>
        </p:nvSpPr>
        <p:spPr>
          <a:xfrm>
            <a:off x="629280" y="7784640"/>
            <a:ext cx="14505120" cy="2301840"/>
          </a:xfrm>
          <a:custGeom>
            <a:avLst/>
            <a:gdLst/>
            <a:ahLst/>
            <a:cxnLst/>
            <a:rect l="l" t="t" r="r" b="b"/>
            <a:pathLst>
              <a:path w="14505120" h="2301840">
                <a:moveTo>
                  <a:pt x="0" y="0"/>
                </a:moveTo>
                <a:lnTo>
                  <a:pt x="14505120" y="0"/>
                </a:lnTo>
                <a:lnTo>
                  <a:pt x="14505120" y="2301840"/>
                </a:lnTo>
                <a:lnTo>
                  <a:pt x="0" y="2301840"/>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grpSp>
        <p:nvGrpSpPr>
          <p:cNvPr id="6" name="Group 6"/>
          <p:cNvGrpSpPr/>
          <p:nvPr/>
        </p:nvGrpSpPr>
        <p:grpSpPr>
          <a:xfrm>
            <a:off x="11320950" y="2365590"/>
            <a:ext cx="5558340" cy="5554740"/>
            <a:chOff x="0" y="0"/>
            <a:chExt cx="7411120" cy="7406320"/>
          </a:xfrm>
        </p:grpSpPr>
        <p:sp>
          <p:nvSpPr>
            <p:cNvPr id="7" name="Freeform 7"/>
            <p:cNvSpPr/>
            <p:nvPr/>
          </p:nvSpPr>
          <p:spPr>
            <a:xfrm>
              <a:off x="25400" y="25400"/>
              <a:ext cx="7360285" cy="7355459"/>
            </a:xfrm>
            <a:custGeom>
              <a:avLst/>
              <a:gdLst/>
              <a:ahLst/>
              <a:cxnLst/>
              <a:rect l="l" t="t" r="r" b="b"/>
              <a:pathLst>
                <a:path w="7360285" h="7355459">
                  <a:moveTo>
                    <a:pt x="0" y="3677793"/>
                  </a:moveTo>
                  <a:cubicBezTo>
                    <a:pt x="0" y="1646555"/>
                    <a:pt x="1647698" y="0"/>
                    <a:pt x="3680206" y="0"/>
                  </a:cubicBezTo>
                  <a:cubicBezTo>
                    <a:pt x="5712714" y="0"/>
                    <a:pt x="7360285" y="1646555"/>
                    <a:pt x="7360285" y="3677793"/>
                  </a:cubicBezTo>
                  <a:cubicBezTo>
                    <a:pt x="7360285" y="5709031"/>
                    <a:pt x="5712714" y="7355459"/>
                    <a:pt x="3680206" y="7355459"/>
                  </a:cubicBezTo>
                  <a:cubicBezTo>
                    <a:pt x="1647698" y="7355459"/>
                    <a:pt x="0" y="5708904"/>
                    <a:pt x="0" y="3677793"/>
                  </a:cubicBezTo>
                  <a:close/>
                </a:path>
              </a:pathLst>
            </a:custGeom>
            <a:blipFill>
              <a:blip r:embed="rId8"/>
              <a:stretch>
                <a:fillRect l="-462" t="-345" r="-463" b="-346"/>
              </a:stretch>
            </a:blipFill>
          </p:spPr>
        </p:sp>
        <p:sp>
          <p:nvSpPr>
            <p:cNvPr id="8" name="Freeform 8"/>
            <p:cNvSpPr/>
            <p:nvPr/>
          </p:nvSpPr>
          <p:spPr>
            <a:xfrm>
              <a:off x="0" y="0"/>
              <a:ext cx="7411085" cy="7406259"/>
            </a:xfrm>
            <a:custGeom>
              <a:avLst/>
              <a:gdLst/>
              <a:ahLst/>
              <a:cxnLst/>
              <a:rect l="l" t="t" r="r" b="b"/>
              <a:pathLst>
                <a:path w="7411085" h="7406259">
                  <a:moveTo>
                    <a:pt x="0" y="3703193"/>
                  </a:moveTo>
                  <a:cubicBezTo>
                    <a:pt x="0" y="1657985"/>
                    <a:pt x="1659001" y="0"/>
                    <a:pt x="3705606" y="0"/>
                  </a:cubicBezTo>
                  <a:lnTo>
                    <a:pt x="3705606" y="25400"/>
                  </a:lnTo>
                  <a:lnTo>
                    <a:pt x="3705606" y="0"/>
                  </a:lnTo>
                  <a:cubicBezTo>
                    <a:pt x="5752084" y="0"/>
                    <a:pt x="7411085" y="1657985"/>
                    <a:pt x="7411085" y="3703193"/>
                  </a:cubicBezTo>
                  <a:cubicBezTo>
                    <a:pt x="7411085" y="5748401"/>
                    <a:pt x="5752084" y="7406259"/>
                    <a:pt x="3705606" y="7406259"/>
                  </a:cubicBezTo>
                  <a:lnTo>
                    <a:pt x="3705606" y="7380859"/>
                  </a:lnTo>
                  <a:lnTo>
                    <a:pt x="3705606" y="7406259"/>
                  </a:lnTo>
                  <a:cubicBezTo>
                    <a:pt x="1659001" y="7406259"/>
                    <a:pt x="0" y="5748401"/>
                    <a:pt x="0" y="3703193"/>
                  </a:cubicBezTo>
                  <a:lnTo>
                    <a:pt x="25400" y="3703193"/>
                  </a:lnTo>
                  <a:lnTo>
                    <a:pt x="46736" y="3716909"/>
                  </a:lnTo>
                  <a:cubicBezTo>
                    <a:pt x="40640" y="3726434"/>
                    <a:pt x="29083" y="3730752"/>
                    <a:pt x="18161" y="3727577"/>
                  </a:cubicBezTo>
                  <a:cubicBezTo>
                    <a:pt x="7239" y="3724402"/>
                    <a:pt x="0" y="3714496"/>
                    <a:pt x="0" y="3703193"/>
                  </a:cubicBezTo>
                  <a:moveTo>
                    <a:pt x="50800" y="3703193"/>
                  </a:moveTo>
                  <a:lnTo>
                    <a:pt x="25400" y="3703193"/>
                  </a:lnTo>
                  <a:lnTo>
                    <a:pt x="4064" y="3689477"/>
                  </a:lnTo>
                  <a:cubicBezTo>
                    <a:pt x="10160" y="3679952"/>
                    <a:pt x="21717" y="3675634"/>
                    <a:pt x="32639" y="3678809"/>
                  </a:cubicBezTo>
                  <a:cubicBezTo>
                    <a:pt x="43561" y="3681984"/>
                    <a:pt x="50800" y="3691890"/>
                    <a:pt x="50800" y="3703193"/>
                  </a:cubicBezTo>
                  <a:cubicBezTo>
                    <a:pt x="50800" y="5720334"/>
                    <a:pt x="1687068" y="7355459"/>
                    <a:pt x="3705606" y="7355459"/>
                  </a:cubicBezTo>
                  <a:cubicBezTo>
                    <a:pt x="5724144" y="7355459"/>
                    <a:pt x="7360285" y="5720334"/>
                    <a:pt x="7360285" y="3703193"/>
                  </a:cubicBezTo>
                  <a:lnTo>
                    <a:pt x="7385685" y="3703193"/>
                  </a:lnTo>
                  <a:lnTo>
                    <a:pt x="7360285" y="3703193"/>
                  </a:lnTo>
                  <a:cubicBezTo>
                    <a:pt x="7360285" y="1686052"/>
                    <a:pt x="5724017" y="50800"/>
                    <a:pt x="3705606" y="50800"/>
                  </a:cubicBezTo>
                  <a:lnTo>
                    <a:pt x="3705606" y="25400"/>
                  </a:lnTo>
                  <a:lnTo>
                    <a:pt x="3705606" y="50800"/>
                  </a:lnTo>
                  <a:cubicBezTo>
                    <a:pt x="1687068" y="50800"/>
                    <a:pt x="50800" y="1686052"/>
                    <a:pt x="50800" y="3703193"/>
                  </a:cubicBezTo>
                  <a:close/>
                </a:path>
              </a:pathLst>
            </a:custGeom>
            <a:solidFill>
              <a:srgbClr val="F3FF36"/>
            </a:solidFill>
          </p:spPr>
        </p:sp>
      </p:grpSp>
      <p:grpSp>
        <p:nvGrpSpPr>
          <p:cNvPr id="9" name="Group 9"/>
          <p:cNvGrpSpPr/>
          <p:nvPr/>
        </p:nvGrpSpPr>
        <p:grpSpPr>
          <a:xfrm>
            <a:off x="1428480" y="3085920"/>
            <a:ext cx="9638640" cy="2323440"/>
            <a:chOff x="0" y="0"/>
            <a:chExt cx="12851520" cy="3097920"/>
          </a:xfrm>
        </p:grpSpPr>
        <p:sp>
          <p:nvSpPr>
            <p:cNvPr id="10" name="Freeform 10"/>
            <p:cNvSpPr/>
            <p:nvPr/>
          </p:nvSpPr>
          <p:spPr>
            <a:xfrm>
              <a:off x="0" y="0"/>
              <a:ext cx="12851520" cy="3097920"/>
            </a:xfrm>
            <a:custGeom>
              <a:avLst/>
              <a:gdLst/>
              <a:ahLst/>
              <a:cxnLst/>
              <a:rect l="l" t="t" r="r" b="b"/>
              <a:pathLst>
                <a:path w="12851520" h="3097920">
                  <a:moveTo>
                    <a:pt x="0" y="0"/>
                  </a:moveTo>
                  <a:lnTo>
                    <a:pt x="12851520" y="0"/>
                  </a:lnTo>
                  <a:lnTo>
                    <a:pt x="12851520" y="3097920"/>
                  </a:lnTo>
                  <a:lnTo>
                    <a:pt x="0" y="3097920"/>
                  </a:lnTo>
                  <a:close/>
                </a:path>
              </a:pathLst>
            </a:custGeom>
            <a:solidFill>
              <a:srgbClr val="000000">
                <a:alpha val="0"/>
              </a:srgbClr>
            </a:solidFill>
          </p:spPr>
        </p:sp>
        <p:sp>
          <p:nvSpPr>
            <p:cNvPr id="11" name="TextBox 11"/>
            <p:cNvSpPr txBox="1"/>
            <p:nvPr/>
          </p:nvSpPr>
          <p:spPr>
            <a:xfrm>
              <a:off x="0" y="0"/>
              <a:ext cx="12851520" cy="3097920"/>
            </a:xfrm>
            <a:prstGeom prst="rect">
              <a:avLst/>
            </a:prstGeom>
          </p:spPr>
          <p:txBody>
            <a:bodyPr lIns="0" tIns="0" rIns="0" bIns="0" rtlCol="0" anchor="b"/>
            <a:lstStyle/>
            <a:p>
              <a:pPr algn="l">
                <a:lnSpc>
                  <a:spcPts val="7200"/>
                </a:lnSpc>
              </a:pPr>
              <a:r>
                <a:rPr lang="en-US" sz="6000" spc="-1">
                  <a:solidFill>
                    <a:srgbClr val="F3FF36"/>
                  </a:solidFill>
                  <a:latin typeface="Dela Gothic One"/>
                  <a:ea typeface="Dela Gothic One"/>
                  <a:cs typeface="Dela Gothic One"/>
                  <a:sym typeface="Dela Gothic One"/>
                </a:rPr>
                <a:t>Version Control</a:t>
              </a:r>
            </a:p>
          </p:txBody>
        </p:sp>
      </p:grpSp>
      <p:grpSp>
        <p:nvGrpSpPr>
          <p:cNvPr id="12" name="Group 12"/>
          <p:cNvGrpSpPr/>
          <p:nvPr/>
        </p:nvGrpSpPr>
        <p:grpSpPr>
          <a:xfrm>
            <a:off x="1428480" y="5410080"/>
            <a:ext cx="9638640" cy="1789920"/>
            <a:chOff x="0" y="0"/>
            <a:chExt cx="12851520" cy="2386560"/>
          </a:xfrm>
        </p:grpSpPr>
        <p:sp>
          <p:nvSpPr>
            <p:cNvPr id="13" name="Freeform 13"/>
            <p:cNvSpPr/>
            <p:nvPr/>
          </p:nvSpPr>
          <p:spPr>
            <a:xfrm>
              <a:off x="0" y="0"/>
              <a:ext cx="12851520" cy="2386560"/>
            </a:xfrm>
            <a:custGeom>
              <a:avLst/>
              <a:gdLst/>
              <a:ahLst/>
              <a:cxnLst/>
              <a:rect l="l" t="t" r="r" b="b"/>
              <a:pathLst>
                <a:path w="12851520" h="2386560">
                  <a:moveTo>
                    <a:pt x="0" y="0"/>
                  </a:moveTo>
                  <a:lnTo>
                    <a:pt x="12851520" y="0"/>
                  </a:lnTo>
                  <a:lnTo>
                    <a:pt x="12851520" y="2386560"/>
                  </a:lnTo>
                  <a:lnTo>
                    <a:pt x="0" y="2386560"/>
                  </a:lnTo>
                  <a:close/>
                </a:path>
              </a:pathLst>
            </a:custGeom>
            <a:solidFill>
              <a:srgbClr val="000000">
                <a:alpha val="0"/>
              </a:srgbClr>
            </a:solidFill>
          </p:spPr>
        </p:sp>
        <p:sp>
          <p:nvSpPr>
            <p:cNvPr id="14" name="TextBox 14"/>
            <p:cNvSpPr txBox="1"/>
            <p:nvPr/>
          </p:nvSpPr>
          <p:spPr>
            <a:xfrm>
              <a:off x="0" y="-9525"/>
              <a:ext cx="12851520" cy="2396085"/>
            </a:xfrm>
            <a:prstGeom prst="rect">
              <a:avLst/>
            </a:prstGeom>
          </p:spPr>
          <p:txBody>
            <a:bodyPr lIns="0" tIns="0" rIns="0" bIns="0" rtlCol="0" anchor="t"/>
            <a:lstStyle/>
            <a:p>
              <a:pPr algn="l">
                <a:lnSpc>
                  <a:spcPts val="2711"/>
                </a:lnSpc>
              </a:pPr>
              <a:r>
                <a:rPr lang="en-US" sz="2259" b="1" spc="-1">
                  <a:solidFill>
                    <a:srgbClr val="FFFFFF"/>
                  </a:solidFill>
                  <a:latin typeface="Montserrat Medium"/>
                  <a:ea typeface="Montserrat Medium"/>
                  <a:cs typeface="Montserrat Medium"/>
                  <a:sym typeface="Montserrat Medium"/>
                </a:rPr>
                <a:t>Implementing version control with tools like Git enables better collaboration and keeps track of code changes over time. This practice allows for easy rollback to previous versions and management of features through branches, making teamwork seamless and organized.</a:t>
              </a:r>
            </a:p>
          </p:txBody>
        </p:sp>
      </p:gr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F4272"/>
        </a:solidFill>
        <a:effectLst/>
      </p:bgPr>
    </p:bg>
    <p:spTree>
      <p:nvGrpSpPr>
        <p:cNvPr id="1" name=""/>
        <p:cNvGrpSpPr/>
        <p:nvPr/>
      </p:nvGrpSpPr>
      <p:grpSpPr>
        <a:xfrm>
          <a:off x="0" y="0"/>
          <a:ext cx="0" cy="0"/>
          <a:chOff x="0" y="0"/>
          <a:chExt cx="0" cy="0"/>
        </a:xfrm>
      </p:grpSpPr>
      <p:sp>
        <p:nvSpPr>
          <p:cNvPr id="2" name="Freeform 2"/>
          <p:cNvSpPr/>
          <p:nvPr/>
        </p:nvSpPr>
        <p:spPr>
          <a:xfrm>
            <a:off x="0" y="0"/>
            <a:ext cx="18287280" cy="10286640"/>
          </a:xfrm>
          <a:custGeom>
            <a:avLst/>
            <a:gdLst/>
            <a:ahLst/>
            <a:cxnLst/>
            <a:rect l="l" t="t" r="r" b="b"/>
            <a:pathLst>
              <a:path w="18287280" h="10286640">
                <a:moveTo>
                  <a:pt x="0" y="0"/>
                </a:moveTo>
                <a:lnTo>
                  <a:pt x="18287280" y="0"/>
                </a:lnTo>
                <a:lnTo>
                  <a:pt x="18287280" y="10286640"/>
                </a:lnTo>
                <a:lnTo>
                  <a:pt x="0" y="10286640"/>
                </a:lnTo>
                <a:lnTo>
                  <a:pt x="0" y="0"/>
                </a:lnTo>
                <a:close/>
              </a:path>
            </a:pathLst>
          </a:custGeom>
          <a:blipFill>
            <a:blip r:embed="rId2">
              <a:alphaModFix amt="40000"/>
            </a:blip>
            <a:stretch>
              <a:fillRect/>
            </a:stretch>
          </a:blipFill>
        </p:spPr>
      </p:sp>
      <p:sp>
        <p:nvSpPr>
          <p:cNvPr id="3" name="Freeform 3"/>
          <p:cNvSpPr/>
          <p:nvPr/>
        </p:nvSpPr>
        <p:spPr>
          <a:xfrm>
            <a:off x="0" y="-3844080"/>
            <a:ext cx="7501680" cy="7276320"/>
          </a:xfrm>
          <a:custGeom>
            <a:avLst/>
            <a:gdLst/>
            <a:ahLst/>
            <a:cxnLst/>
            <a:rect l="l" t="t" r="r" b="b"/>
            <a:pathLst>
              <a:path w="7501680" h="7276320">
                <a:moveTo>
                  <a:pt x="0" y="0"/>
                </a:moveTo>
                <a:lnTo>
                  <a:pt x="7501680" y="0"/>
                </a:lnTo>
                <a:lnTo>
                  <a:pt x="7501680" y="7276320"/>
                </a:lnTo>
                <a:lnTo>
                  <a:pt x="0" y="7276320"/>
                </a:lnTo>
                <a:lnTo>
                  <a:pt x="0" y="0"/>
                </a:lnTo>
                <a:close/>
              </a:path>
            </a:pathLst>
          </a:custGeom>
          <a:blipFill>
            <a:blip r:embed="rId3">
              <a:alphaModFix amt="79000"/>
            </a:blip>
            <a:stretch>
              <a:fillRect t="-2" b="-2"/>
            </a:stretch>
          </a:blipFill>
        </p:spPr>
      </p:sp>
      <p:sp>
        <p:nvSpPr>
          <p:cNvPr id="4" name="Freeform 4"/>
          <p:cNvSpPr/>
          <p:nvPr/>
        </p:nvSpPr>
        <p:spPr>
          <a:xfrm>
            <a:off x="355680" y="9208080"/>
            <a:ext cx="17576640" cy="2144880"/>
          </a:xfrm>
          <a:custGeom>
            <a:avLst/>
            <a:gdLst/>
            <a:ahLst/>
            <a:cxnLst/>
            <a:rect l="l" t="t" r="r" b="b"/>
            <a:pathLst>
              <a:path w="17576640" h="2144880">
                <a:moveTo>
                  <a:pt x="0" y="0"/>
                </a:moveTo>
                <a:lnTo>
                  <a:pt x="17576640" y="0"/>
                </a:lnTo>
                <a:lnTo>
                  <a:pt x="17576640" y="2144880"/>
                </a:lnTo>
                <a:lnTo>
                  <a:pt x="0" y="2144880"/>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5" name="Freeform 5"/>
          <p:cNvSpPr/>
          <p:nvPr/>
        </p:nvSpPr>
        <p:spPr>
          <a:xfrm>
            <a:off x="629280" y="7784640"/>
            <a:ext cx="14505120" cy="2301840"/>
          </a:xfrm>
          <a:custGeom>
            <a:avLst/>
            <a:gdLst/>
            <a:ahLst/>
            <a:cxnLst/>
            <a:rect l="l" t="t" r="r" b="b"/>
            <a:pathLst>
              <a:path w="14505120" h="2301840">
                <a:moveTo>
                  <a:pt x="0" y="0"/>
                </a:moveTo>
                <a:lnTo>
                  <a:pt x="14505120" y="0"/>
                </a:lnTo>
                <a:lnTo>
                  <a:pt x="14505120" y="2301840"/>
                </a:lnTo>
                <a:lnTo>
                  <a:pt x="0" y="2301840"/>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grpSp>
        <p:nvGrpSpPr>
          <p:cNvPr id="6" name="Group 6"/>
          <p:cNvGrpSpPr/>
          <p:nvPr/>
        </p:nvGrpSpPr>
        <p:grpSpPr>
          <a:xfrm>
            <a:off x="11320950" y="2365590"/>
            <a:ext cx="5558340" cy="5554740"/>
            <a:chOff x="0" y="0"/>
            <a:chExt cx="7411120" cy="7406320"/>
          </a:xfrm>
        </p:grpSpPr>
        <p:sp>
          <p:nvSpPr>
            <p:cNvPr id="7" name="Freeform 7"/>
            <p:cNvSpPr/>
            <p:nvPr/>
          </p:nvSpPr>
          <p:spPr>
            <a:xfrm>
              <a:off x="25400" y="25400"/>
              <a:ext cx="7360285" cy="7355459"/>
            </a:xfrm>
            <a:custGeom>
              <a:avLst/>
              <a:gdLst/>
              <a:ahLst/>
              <a:cxnLst/>
              <a:rect l="l" t="t" r="r" b="b"/>
              <a:pathLst>
                <a:path w="7360285" h="7355459">
                  <a:moveTo>
                    <a:pt x="0" y="3677793"/>
                  </a:moveTo>
                  <a:cubicBezTo>
                    <a:pt x="0" y="1646555"/>
                    <a:pt x="1647698" y="0"/>
                    <a:pt x="3680206" y="0"/>
                  </a:cubicBezTo>
                  <a:cubicBezTo>
                    <a:pt x="5712714" y="0"/>
                    <a:pt x="7360285" y="1646555"/>
                    <a:pt x="7360285" y="3677793"/>
                  </a:cubicBezTo>
                  <a:cubicBezTo>
                    <a:pt x="7360285" y="5709031"/>
                    <a:pt x="5712714" y="7355459"/>
                    <a:pt x="3680206" y="7355459"/>
                  </a:cubicBezTo>
                  <a:cubicBezTo>
                    <a:pt x="1647698" y="7355459"/>
                    <a:pt x="0" y="5708904"/>
                    <a:pt x="0" y="3677793"/>
                  </a:cubicBezTo>
                  <a:close/>
                </a:path>
              </a:pathLst>
            </a:custGeom>
            <a:blipFill>
              <a:blip r:embed="rId8"/>
              <a:stretch>
                <a:fillRect l="-462" t="-345" r="-463" b="-346"/>
              </a:stretch>
            </a:blipFill>
          </p:spPr>
        </p:sp>
        <p:sp>
          <p:nvSpPr>
            <p:cNvPr id="8" name="Freeform 8"/>
            <p:cNvSpPr/>
            <p:nvPr/>
          </p:nvSpPr>
          <p:spPr>
            <a:xfrm>
              <a:off x="0" y="0"/>
              <a:ext cx="7411085" cy="7406259"/>
            </a:xfrm>
            <a:custGeom>
              <a:avLst/>
              <a:gdLst/>
              <a:ahLst/>
              <a:cxnLst/>
              <a:rect l="l" t="t" r="r" b="b"/>
              <a:pathLst>
                <a:path w="7411085" h="7406259">
                  <a:moveTo>
                    <a:pt x="0" y="3703193"/>
                  </a:moveTo>
                  <a:cubicBezTo>
                    <a:pt x="0" y="1657985"/>
                    <a:pt x="1659001" y="0"/>
                    <a:pt x="3705606" y="0"/>
                  </a:cubicBezTo>
                  <a:lnTo>
                    <a:pt x="3705606" y="25400"/>
                  </a:lnTo>
                  <a:lnTo>
                    <a:pt x="3705606" y="0"/>
                  </a:lnTo>
                  <a:cubicBezTo>
                    <a:pt x="5752084" y="0"/>
                    <a:pt x="7411085" y="1657985"/>
                    <a:pt x="7411085" y="3703193"/>
                  </a:cubicBezTo>
                  <a:cubicBezTo>
                    <a:pt x="7411085" y="5748401"/>
                    <a:pt x="5752084" y="7406259"/>
                    <a:pt x="3705606" y="7406259"/>
                  </a:cubicBezTo>
                  <a:lnTo>
                    <a:pt x="3705606" y="7380859"/>
                  </a:lnTo>
                  <a:lnTo>
                    <a:pt x="3705606" y="7406259"/>
                  </a:lnTo>
                  <a:cubicBezTo>
                    <a:pt x="1659001" y="7406259"/>
                    <a:pt x="0" y="5748401"/>
                    <a:pt x="0" y="3703193"/>
                  </a:cubicBezTo>
                  <a:lnTo>
                    <a:pt x="25400" y="3703193"/>
                  </a:lnTo>
                  <a:lnTo>
                    <a:pt x="46736" y="3716909"/>
                  </a:lnTo>
                  <a:cubicBezTo>
                    <a:pt x="40640" y="3726434"/>
                    <a:pt x="29083" y="3730752"/>
                    <a:pt x="18161" y="3727577"/>
                  </a:cubicBezTo>
                  <a:cubicBezTo>
                    <a:pt x="7239" y="3724402"/>
                    <a:pt x="0" y="3714496"/>
                    <a:pt x="0" y="3703193"/>
                  </a:cubicBezTo>
                  <a:moveTo>
                    <a:pt x="50800" y="3703193"/>
                  </a:moveTo>
                  <a:lnTo>
                    <a:pt x="25400" y="3703193"/>
                  </a:lnTo>
                  <a:lnTo>
                    <a:pt x="4064" y="3689477"/>
                  </a:lnTo>
                  <a:cubicBezTo>
                    <a:pt x="10160" y="3679952"/>
                    <a:pt x="21717" y="3675634"/>
                    <a:pt x="32639" y="3678809"/>
                  </a:cubicBezTo>
                  <a:cubicBezTo>
                    <a:pt x="43561" y="3681984"/>
                    <a:pt x="50800" y="3691890"/>
                    <a:pt x="50800" y="3703193"/>
                  </a:cubicBezTo>
                  <a:cubicBezTo>
                    <a:pt x="50800" y="5720334"/>
                    <a:pt x="1687068" y="7355459"/>
                    <a:pt x="3705606" y="7355459"/>
                  </a:cubicBezTo>
                  <a:cubicBezTo>
                    <a:pt x="5724144" y="7355459"/>
                    <a:pt x="7360285" y="5720334"/>
                    <a:pt x="7360285" y="3703193"/>
                  </a:cubicBezTo>
                  <a:lnTo>
                    <a:pt x="7385685" y="3703193"/>
                  </a:lnTo>
                  <a:lnTo>
                    <a:pt x="7360285" y="3703193"/>
                  </a:lnTo>
                  <a:cubicBezTo>
                    <a:pt x="7360285" y="1686052"/>
                    <a:pt x="5724017" y="50800"/>
                    <a:pt x="3705606" y="50800"/>
                  </a:cubicBezTo>
                  <a:lnTo>
                    <a:pt x="3705606" y="25400"/>
                  </a:lnTo>
                  <a:lnTo>
                    <a:pt x="3705606" y="50800"/>
                  </a:lnTo>
                  <a:cubicBezTo>
                    <a:pt x="1687068" y="50800"/>
                    <a:pt x="50800" y="1686052"/>
                    <a:pt x="50800" y="3703193"/>
                  </a:cubicBezTo>
                  <a:close/>
                </a:path>
              </a:pathLst>
            </a:custGeom>
            <a:solidFill>
              <a:srgbClr val="F3FF36"/>
            </a:solidFill>
          </p:spPr>
        </p:sp>
      </p:grpSp>
      <p:grpSp>
        <p:nvGrpSpPr>
          <p:cNvPr id="9" name="Group 9"/>
          <p:cNvGrpSpPr/>
          <p:nvPr/>
        </p:nvGrpSpPr>
        <p:grpSpPr>
          <a:xfrm>
            <a:off x="1428480" y="3085920"/>
            <a:ext cx="9638640" cy="2323440"/>
            <a:chOff x="0" y="0"/>
            <a:chExt cx="12851520" cy="3097920"/>
          </a:xfrm>
        </p:grpSpPr>
        <p:sp>
          <p:nvSpPr>
            <p:cNvPr id="10" name="Freeform 10"/>
            <p:cNvSpPr/>
            <p:nvPr/>
          </p:nvSpPr>
          <p:spPr>
            <a:xfrm>
              <a:off x="0" y="0"/>
              <a:ext cx="12851520" cy="3097920"/>
            </a:xfrm>
            <a:custGeom>
              <a:avLst/>
              <a:gdLst/>
              <a:ahLst/>
              <a:cxnLst/>
              <a:rect l="l" t="t" r="r" b="b"/>
              <a:pathLst>
                <a:path w="12851520" h="3097920">
                  <a:moveTo>
                    <a:pt x="0" y="0"/>
                  </a:moveTo>
                  <a:lnTo>
                    <a:pt x="12851520" y="0"/>
                  </a:lnTo>
                  <a:lnTo>
                    <a:pt x="12851520" y="3097920"/>
                  </a:lnTo>
                  <a:lnTo>
                    <a:pt x="0" y="3097920"/>
                  </a:lnTo>
                  <a:close/>
                </a:path>
              </a:pathLst>
            </a:custGeom>
            <a:solidFill>
              <a:srgbClr val="000000">
                <a:alpha val="0"/>
              </a:srgbClr>
            </a:solidFill>
          </p:spPr>
        </p:sp>
        <p:sp>
          <p:nvSpPr>
            <p:cNvPr id="11" name="TextBox 11"/>
            <p:cNvSpPr txBox="1"/>
            <p:nvPr/>
          </p:nvSpPr>
          <p:spPr>
            <a:xfrm>
              <a:off x="0" y="0"/>
              <a:ext cx="12851520" cy="3097920"/>
            </a:xfrm>
            <a:prstGeom prst="rect">
              <a:avLst/>
            </a:prstGeom>
          </p:spPr>
          <p:txBody>
            <a:bodyPr lIns="0" tIns="0" rIns="0" bIns="0" rtlCol="0" anchor="b"/>
            <a:lstStyle/>
            <a:p>
              <a:pPr algn="l">
                <a:lnSpc>
                  <a:spcPts val="7200"/>
                </a:lnSpc>
              </a:pPr>
              <a:r>
                <a:rPr lang="en-US" sz="6000" spc="-1">
                  <a:solidFill>
                    <a:srgbClr val="F3FF36"/>
                  </a:solidFill>
                  <a:latin typeface="Dela Gothic One"/>
                  <a:ea typeface="Dela Gothic One"/>
                  <a:cs typeface="Dela Gothic One"/>
                  <a:sym typeface="Dela Gothic One"/>
                </a:rPr>
                <a:t>Conclusions</a:t>
              </a:r>
            </a:p>
          </p:txBody>
        </p:sp>
      </p:grpSp>
      <p:grpSp>
        <p:nvGrpSpPr>
          <p:cNvPr id="12" name="Group 12"/>
          <p:cNvGrpSpPr/>
          <p:nvPr/>
        </p:nvGrpSpPr>
        <p:grpSpPr>
          <a:xfrm>
            <a:off x="1428480" y="5410080"/>
            <a:ext cx="9638640" cy="1789920"/>
            <a:chOff x="0" y="0"/>
            <a:chExt cx="12851520" cy="2386560"/>
          </a:xfrm>
        </p:grpSpPr>
        <p:sp>
          <p:nvSpPr>
            <p:cNvPr id="13" name="Freeform 13"/>
            <p:cNvSpPr/>
            <p:nvPr/>
          </p:nvSpPr>
          <p:spPr>
            <a:xfrm>
              <a:off x="0" y="0"/>
              <a:ext cx="12851520" cy="2386560"/>
            </a:xfrm>
            <a:custGeom>
              <a:avLst/>
              <a:gdLst/>
              <a:ahLst/>
              <a:cxnLst/>
              <a:rect l="l" t="t" r="r" b="b"/>
              <a:pathLst>
                <a:path w="12851520" h="2386560">
                  <a:moveTo>
                    <a:pt x="0" y="0"/>
                  </a:moveTo>
                  <a:lnTo>
                    <a:pt x="12851520" y="0"/>
                  </a:lnTo>
                  <a:lnTo>
                    <a:pt x="12851520" y="2386560"/>
                  </a:lnTo>
                  <a:lnTo>
                    <a:pt x="0" y="2386560"/>
                  </a:lnTo>
                  <a:close/>
                </a:path>
              </a:pathLst>
            </a:custGeom>
            <a:solidFill>
              <a:srgbClr val="000000">
                <a:alpha val="0"/>
              </a:srgbClr>
            </a:solidFill>
          </p:spPr>
        </p:sp>
        <p:sp>
          <p:nvSpPr>
            <p:cNvPr id="14" name="TextBox 14"/>
            <p:cNvSpPr txBox="1"/>
            <p:nvPr/>
          </p:nvSpPr>
          <p:spPr>
            <a:xfrm>
              <a:off x="0" y="-9525"/>
              <a:ext cx="12851520" cy="2396085"/>
            </a:xfrm>
            <a:prstGeom prst="rect">
              <a:avLst/>
            </a:prstGeom>
          </p:spPr>
          <p:txBody>
            <a:bodyPr lIns="0" tIns="0" rIns="0" bIns="0" rtlCol="0" anchor="t"/>
            <a:lstStyle/>
            <a:p>
              <a:pPr algn="l">
                <a:lnSpc>
                  <a:spcPts val="2711"/>
                </a:lnSpc>
              </a:pPr>
              <a:r>
                <a:rPr lang="en-US" sz="2259" b="1" spc="-1">
                  <a:solidFill>
                    <a:srgbClr val="FFFFFF"/>
                  </a:solidFill>
                  <a:latin typeface="Montserrat Medium"/>
                  <a:ea typeface="Montserrat Medium"/>
                  <a:cs typeface="Montserrat Medium"/>
                  <a:sym typeface="Montserrat Medium"/>
                </a:rPr>
                <a:t>The exploration of Python libraries reveals their significant impact on various fields like data analysis, web development, and machine learning. Proper installation and adherence to best practices are instrumental for maximized efficiency and effectiveness in Python programming.</a:t>
              </a:r>
            </a:p>
          </p:txBody>
        </p:sp>
      </p:gr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F4272"/>
        </a:solidFill>
        <a:effectLst/>
      </p:bgPr>
    </p:bg>
    <p:spTree>
      <p:nvGrpSpPr>
        <p:cNvPr id="1" name=""/>
        <p:cNvGrpSpPr/>
        <p:nvPr/>
      </p:nvGrpSpPr>
      <p:grpSpPr>
        <a:xfrm>
          <a:off x="0" y="0"/>
          <a:ext cx="0" cy="0"/>
          <a:chOff x="0" y="0"/>
          <a:chExt cx="0" cy="0"/>
        </a:xfrm>
      </p:grpSpPr>
      <p:sp>
        <p:nvSpPr>
          <p:cNvPr id="2" name="Freeform 2"/>
          <p:cNvSpPr/>
          <p:nvPr/>
        </p:nvSpPr>
        <p:spPr>
          <a:xfrm rot="-10800000" flipH="1">
            <a:off x="0" y="0"/>
            <a:ext cx="18287280" cy="10286640"/>
          </a:xfrm>
          <a:custGeom>
            <a:avLst/>
            <a:gdLst/>
            <a:ahLst/>
            <a:cxnLst/>
            <a:rect l="l" t="t" r="r" b="b"/>
            <a:pathLst>
              <a:path w="18287280" h="10286640">
                <a:moveTo>
                  <a:pt x="18287280" y="0"/>
                </a:moveTo>
                <a:lnTo>
                  <a:pt x="0" y="0"/>
                </a:lnTo>
                <a:lnTo>
                  <a:pt x="0" y="10286640"/>
                </a:lnTo>
                <a:lnTo>
                  <a:pt x="18287280" y="10286640"/>
                </a:lnTo>
                <a:lnTo>
                  <a:pt x="18287280" y="0"/>
                </a:lnTo>
                <a:close/>
              </a:path>
            </a:pathLst>
          </a:custGeom>
          <a:blipFill>
            <a:blip r:embed="rId2">
              <a:alphaModFix amt="40000"/>
            </a:blip>
            <a:stretch>
              <a:fillRect/>
            </a:stretch>
          </a:blipFill>
        </p:spPr>
      </p:sp>
      <p:sp>
        <p:nvSpPr>
          <p:cNvPr id="3" name="Freeform 3"/>
          <p:cNvSpPr/>
          <p:nvPr/>
        </p:nvSpPr>
        <p:spPr>
          <a:xfrm>
            <a:off x="1127520" y="-3236400"/>
            <a:ext cx="10170000" cy="10286640"/>
          </a:xfrm>
          <a:custGeom>
            <a:avLst/>
            <a:gdLst/>
            <a:ahLst/>
            <a:cxnLst/>
            <a:rect l="l" t="t" r="r" b="b"/>
            <a:pathLst>
              <a:path w="10170000" h="10286640">
                <a:moveTo>
                  <a:pt x="0" y="0"/>
                </a:moveTo>
                <a:lnTo>
                  <a:pt x="10170000" y="0"/>
                </a:lnTo>
                <a:lnTo>
                  <a:pt x="10170000" y="10286640"/>
                </a:lnTo>
                <a:lnTo>
                  <a:pt x="0" y="10286640"/>
                </a:lnTo>
                <a:lnTo>
                  <a:pt x="0" y="0"/>
                </a:lnTo>
                <a:close/>
              </a:path>
            </a:pathLst>
          </a:custGeom>
          <a:blipFill>
            <a:blip r:embed="rId3"/>
            <a:stretch>
              <a:fillRect l="-1" r="-1"/>
            </a:stretch>
          </a:blipFill>
        </p:spPr>
      </p:sp>
      <p:sp>
        <p:nvSpPr>
          <p:cNvPr id="4" name="Freeform 4"/>
          <p:cNvSpPr/>
          <p:nvPr/>
        </p:nvSpPr>
        <p:spPr>
          <a:xfrm>
            <a:off x="9470880" y="-2519280"/>
            <a:ext cx="7501680" cy="7276320"/>
          </a:xfrm>
          <a:custGeom>
            <a:avLst/>
            <a:gdLst/>
            <a:ahLst/>
            <a:cxnLst/>
            <a:rect l="l" t="t" r="r" b="b"/>
            <a:pathLst>
              <a:path w="7501680" h="7276320">
                <a:moveTo>
                  <a:pt x="0" y="0"/>
                </a:moveTo>
                <a:lnTo>
                  <a:pt x="7501680" y="0"/>
                </a:lnTo>
                <a:lnTo>
                  <a:pt x="7501680" y="7276320"/>
                </a:lnTo>
                <a:lnTo>
                  <a:pt x="0" y="7276320"/>
                </a:lnTo>
                <a:lnTo>
                  <a:pt x="0" y="0"/>
                </a:lnTo>
                <a:close/>
              </a:path>
            </a:pathLst>
          </a:custGeom>
          <a:blipFill>
            <a:blip r:embed="rId4">
              <a:alphaModFix amt="79000"/>
            </a:blip>
            <a:stretch>
              <a:fillRect t="-2" b="-2"/>
            </a:stretch>
          </a:blipFill>
        </p:spPr>
      </p:sp>
      <p:sp>
        <p:nvSpPr>
          <p:cNvPr id="5" name="Freeform 5"/>
          <p:cNvSpPr/>
          <p:nvPr/>
        </p:nvSpPr>
        <p:spPr>
          <a:xfrm>
            <a:off x="-1070640" y="1085040"/>
            <a:ext cx="20429280" cy="8116560"/>
          </a:xfrm>
          <a:custGeom>
            <a:avLst/>
            <a:gdLst/>
            <a:ahLst/>
            <a:cxnLst/>
            <a:rect l="l" t="t" r="r" b="b"/>
            <a:pathLst>
              <a:path w="20429280" h="8116560">
                <a:moveTo>
                  <a:pt x="0" y="0"/>
                </a:moveTo>
                <a:lnTo>
                  <a:pt x="20429280" y="0"/>
                </a:lnTo>
                <a:lnTo>
                  <a:pt x="20429280" y="8116560"/>
                </a:lnTo>
                <a:lnTo>
                  <a:pt x="0" y="8116560"/>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6" name="Freeform 6"/>
          <p:cNvSpPr/>
          <p:nvPr/>
        </p:nvSpPr>
        <p:spPr>
          <a:xfrm>
            <a:off x="12756960" y="490320"/>
            <a:ext cx="434160" cy="434880"/>
          </a:xfrm>
          <a:custGeom>
            <a:avLst/>
            <a:gdLst/>
            <a:ahLst/>
            <a:cxnLst/>
            <a:rect l="l" t="t" r="r" b="b"/>
            <a:pathLst>
              <a:path w="434160" h="434880">
                <a:moveTo>
                  <a:pt x="0" y="0"/>
                </a:moveTo>
                <a:lnTo>
                  <a:pt x="434160" y="0"/>
                </a:lnTo>
                <a:lnTo>
                  <a:pt x="434160" y="434880"/>
                </a:lnTo>
                <a:lnTo>
                  <a:pt x="0" y="434880"/>
                </a:lnTo>
                <a:lnTo>
                  <a:pt x="0" y="0"/>
                </a:lnTo>
                <a:close/>
              </a:path>
            </a:pathLst>
          </a:custGeom>
          <a:blipFill>
            <a:blip r:embed="rId7">
              <a:extLst>
                <a:ext uri="{96DAC541-7B7A-43D3-8B79-37D633B846F1}">
                  <asvg:svgBlip xmlns:asvg="http://schemas.microsoft.com/office/drawing/2016/SVG/main" xmlns="" r:embed="rId8"/>
                </a:ext>
              </a:extLst>
            </a:blip>
            <a:stretch>
              <a:fillRect/>
            </a:stretch>
          </a:blipFill>
        </p:spPr>
      </p:sp>
      <p:sp>
        <p:nvSpPr>
          <p:cNvPr id="7" name="Freeform 7"/>
          <p:cNvSpPr/>
          <p:nvPr/>
        </p:nvSpPr>
        <p:spPr>
          <a:xfrm>
            <a:off x="13802400" y="1440720"/>
            <a:ext cx="644400" cy="645840"/>
          </a:xfrm>
          <a:custGeom>
            <a:avLst/>
            <a:gdLst/>
            <a:ahLst/>
            <a:cxnLst/>
            <a:rect l="l" t="t" r="r" b="b"/>
            <a:pathLst>
              <a:path w="644400" h="645840">
                <a:moveTo>
                  <a:pt x="0" y="0"/>
                </a:moveTo>
                <a:lnTo>
                  <a:pt x="644400" y="0"/>
                </a:lnTo>
                <a:lnTo>
                  <a:pt x="644400" y="645840"/>
                </a:lnTo>
                <a:lnTo>
                  <a:pt x="0" y="645840"/>
                </a:lnTo>
                <a:lnTo>
                  <a:pt x="0" y="0"/>
                </a:lnTo>
                <a:close/>
              </a:path>
            </a:pathLst>
          </a:custGeom>
          <a:blipFill>
            <a:blip r:embed="rId9">
              <a:extLst>
                <a:ext uri="{96DAC541-7B7A-43D3-8B79-37D633B846F1}">
                  <asvg:svgBlip xmlns:asvg="http://schemas.microsoft.com/office/drawing/2016/SVG/main" xmlns="" r:embed="rId10"/>
                </a:ext>
              </a:extLst>
            </a:blip>
            <a:stretch>
              <a:fillRect/>
            </a:stretch>
          </a:blipFill>
        </p:spPr>
      </p:sp>
      <p:sp>
        <p:nvSpPr>
          <p:cNvPr id="8" name="Freeform 8"/>
          <p:cNvSpPr/>
          <p:nvPr/>
        </p:nvSpPr>
        <p:spPr>
          <a:xfrm>
            <a:off x="4260960" y="2909520"/>
            <a:ext cx="434160" cy="434880"/>
          </a:xfrm>
          <a:custGeom>
            <a:avLst/>
            <a:gdLst/>
            <a:ahLst/>
            <a:cxnLst/>
            <a:rect l="l" t="t" r="r" b="b"/>
            <a:pathLst>
              <a:path w="434160" h="434880">
                <a:moveTo>
                  <a:pt x="0" y="0"/>
                </a:moveTo>
                <a:lnTo>
                  <a:pt x="434160" y="0"/>
                </a:lnTo>
                <a:lnTo>
                  <a:pt x="434160" y="434880"/>
                </a:lnTo>
                <a:lnTo>
                  <a:pt x="0" y="434880"/>
                </a:lnTo>
                <a:lnTo>
                  <a:pt x="0" y="0"/>
                </a:lnTo>
                <a:close/>
              </a:path>
            </a:pathLst>
          </a:custGeom>
          <a:blipFill>
            <a:blip r:embed="rId7">
              <a:extLst>
                <a:ext uri="{96DAC541-7B7A-43D3-8B79-37D633B846F1}">
                  <asvg:svgBlip xmlns:asvg="http://schemas.microsoft.com/office/drawing/2016/SVG/main" xmlns="" r:embed="rId8"/>
                </a:ext>
              </a:extLst>
            </a:blip>
            <a:stretch>
              <a:fillRect/>
            </a:stretch>
          </a:blipFill>
        </p:spPr>
      </p:sp>
      <p:grpSp>
        <p:nvGrpSpPr>
          <p:cNvPr id="9" name="Group 9"/>
          <p:cNvGrpSpPr/>
          <p:nvPr/>
        </p:nvGrpSpPr>
        <p:grpSpPr>
          <a:xfrm>
            <a:off x="4547880" y="4595400"/>
            <a:ext cx="8895600" cy="2323440"/>
            <a:chOff x="0" y="0"/>
            <a:chExt cx="11860800" cy="3097920"/>
          </a:xfrm>
        </p:grpSpPr>
        <p:sp>
          <p:nvSpPr>
            <p:cNvPr id="10" name="Freeform 10"/>
            <p:cNvSpPr/>
            <p:nvPr/>
          </p:nvSpPr>
          <p:spPr>
            <a:xfrm>
              <a:off x="0" y="0"/>
              <a:ext cx="11860800" cy="3097920"/>
            </a:xfrm>
            <a:custGeom>
              <a:avLst/>
              <a:gdLst/>
              <a:ahLst/>
              <a:cxnLst/>
              <a:rect l="l" t="t" r="r" b="b"/>
              <a:pathLst>
                <a:path w="11860800" h="3097920">
                  <a:moveTo>
                    <a:pt x="0" y="0"/>
                  </a:moveTo>
                  <a:lnTo>
                    <a:pt x="11860800" y="0"/>
                  </a:lnTo>
                  <a:lnTo>
                    <a:pt x="11860800" y="3097920"/>
                  </a:lnTo>
                  <a:lnTo>
                    <a:pt x="0" y="3097920"/>
                  </a:lnTo>
                  <a:close/>
                </a:path>
              </a:pathLst>
            </a:custGeom>
            <a:solidFill>
              <a:srgbClr val="000000">
                <a:alpha val="0"/>
              </a:srgbClr>
            </a:solidFill>
          </p:spPr>
        </p:sp>
        <p:sp>
          <p:nvSpPr>
            <p:cNvPr id="11" name="TextBox 11"/>
            <p:cNvSpPr txBox="1"/>
            <p:nvPr/>
          </p:nvSpPr>
          <p:spPr>
            <a:xfrm>
              <a:off x="0" y="9525"/>
              <a:ext cx="11860800" cy="3088395"/>
            </a:xfrm>
            <a:prstGeom prst="rect">
              <a:avLst/>
            </a:prstGeom>
          </p:spPr>
          <p:txBody>
            <a:bodyPr lIns="0" tIns="0" rIns="0" bIns="0" rtlCol="0" anchor="t"/>
            <a:lstStyle/>
            <a:p>
              <a:pPr algn="ctr">
                <a:lnSpc>
                  <a:spcPts val="3359"/>
                </a:lnSpc>
              </a:pPr>
              <a:r>
                <a:rPr lang="en-US" sz="2799" b="1" spc="-1">
                  <a:solidFill>
                    <a:srgbClr val="FFFFFF"/>
                  </a:solidFill>
                  <a:latin typeface="Montserrat Bold"/>
                  <a:ea typeface="Montserrat Bold"/>
                  <a:cs typeface="Montserrat Bold"/>
                  <a:sym typeface="Montserrat Bold"/>
                </a:rPr>
                <a:t>Do you have any questions?</a:t>
              </a:r>
            </a:p>
          </p:txBody>
        </p:sp>
      </p:grpSp>
      <p:grpSp>
        <p:nvGrpSpPr>
          <p:cNvPr id="12" name="Group 12"/>
          <p:cNvGrpSpPr/>
          <p:nvPr/>
        </p:nvGrpSpPr>
        <p:grpSpPr>
          <a:xfrm>
            <a:off x="3638520" y="2481480"/>
            <a:ext cx="11010240" cy="2113920"/>
            <a:chOff x="0" y="0"/>
            <a:chExt cx="14680320" cy="2818560"/>
          </a:xfrm>
        </p:grpSpPr>
        <p:sp>
          <p:nvSpPr>
            <p:cNvPr id="13" name="Freeform 13"/>
            <p:cNvSpPr/>
            <p:nvPr/>
          </p:nvSpPr>
          <p:spPr>
            <a:xfrm>
              <a:off x="0" y="0"/>
              <a:ext cx="14680319" cy="2818560"/>
            </a:xfrm>
            <a:custGeom>
              <a:avLst/>
              <a:gdLst/>
              <a:ahLst/>
              <a:cxnLst/>
              <a:rect l="l" t="t" r="r" b="b"/>
              <a:pathLst>
                <a:path w="14680319" h="2818560">
                  <a:moveTo>
                    <a:pt x="0" y="0"/>
                  </a:moveTo>
                  <a:lnTo>
                    <a:pt x="14680319" y="0"/>
                  </a:lnTo>
                  <a:lnTo>
                    <a:pt x="14680319" y="2818560"/>
                  </a:lnTo>
                  <a:lnTo>
                    <a:pt x="0" y="2818560"/>
                  </a:lnTo>
                  <a:close/>
                </a:path>
              </a:pathLst>
            </a:custGeom>
            <a:solidFill>
              <a:srgbClr val="000000">
                <a:alpha val="0"/>
              </a:srgbClr>
            </a:solidFill>
          </p:spPr>
        </p:sp>
        <p:sp>
          <p:nvSpPr>
            <p:cNvPr id="14" name="TextBox 14"/>
            <p:cNvSpPr txBox="1"/>
            <p:nvPr/>
          </p:nvSpPr>
          <p:spPr>
            <a:xfrm>
              <a:off x="0" y="0"/>
              <a:ext cx="14680320" cy="2818560"/>
            </a:xfrm>
            <a:prstGeom prst="rect">
              <a:avLst/>
            </a:prstGeom>
          </p:spPr>
          <p:txBody>
            <a:bodyPr lIns="0" tIns="0" rIns="0" bIns="0" rtlCol="0" anchor="b"/>
            <a:lstStyle/>
            <a:p>
              <a:pPr algn="ctr">
                <a:lnSpc>
                  <a:spcPts val="9600"/>
                </a:lnSpc>
              </a:pPr>
              <a:r>
                <a:rPr lang="en-US" sz="8000" spc="-2">
                  <a:solidFill>
                    <a:srgbClr val="F3FF36"/>
                  </a:solidFill>
                  <a:latin typeface="Dela Gothic One"/>
                  <a:ea typeface="Dela Gothic One"/>
                  <a:cs typeface="Dela Gothic One"/>
                  <a:sym typeface="Dela Gothic One"/>
                </a:rPr>
                <a:t>Thank you!</a:t>
              </a:r>
            </a:p>
          </p:txBody>
        </p:sp>
      </p:grpSp>
      <p:sp>
        <p:nvSpPr>
          <p:cNvPr id="15" name="Freeform 15"/>
          <p:cNvSpPr/>
          <p:nvPr/>
        </p:nvSpPr>
        <p:spPr>
          <a:xfrm>
            <a:off x="7165440" y="5758560"/>
            <a:ext cx="774720" cy="774720"/>
          </a:xfrm>
          <a:custGeom>
            <a:avLst/>
            <a:gdLst/>
            <a:ahLst/>
            <a:cxnLst/>
            <a:rect l="l" t="t" r="r" b="b"/>
            <a:pathLst>
              <a:path w="774720" h="774720">
                <a:moveTo>
                  <a:pt x="0" y="0"/>
                </a:moveTo>
                <a:lnTo>
                  <a:pt x="774720" y="0"/>
                </a:lnTo>
                <a:lnTo>
                  <a:pt x="774720" y="774720"/>
                </a:lnTo>
                <a:lnTo>
                  <a:pt x="0" y="774720"/>
                </a:lnTo>
                <a:lnTo>
                  <a:pt x="0" y="0"/>
                </a:lnTo>
                <a:close/>
              </a:path>
            </a:pathLst>
          </a:custGeom>
          <a:blipFill>
            <a:blip r:embed="rId11">
              <a:extLst>
                <a:ext uri="{96DAC541-7B7A-43D3-8B79-37D633B846F1}">
                  <asvg:svgBlip xmlns:asvg="http://schemas.microsoft.com/office/drawing/2016/SVG/main" xmlns="" r:embed="rId12"/>
                </a:ext>
              </a:extLst>
            </a:blip>
            <a:stretch>
              <a:fillRect/>
            </a:stretch>
          </a:blipFill>
        </p:spPr>
      </p:sp>
      <p:sp>
        <p:nvSpPr>
          <p:cNvPr id="16" name="Freeform 16"/>
          <p:cNvSpPr/>
          <p:nvPr/>
        </p:nvSpPr>
        <p:spPr>
          <a:xfrm>
            <a:off x="9282960" y="5757840"/>
            <a:ext cx="774720" cy="774720"/>
          </a:xfrm>
          <a:custGeom>
            <a:avLst/>
            <a:gdLst/>
            <a:ahLst/>
            <a:cxnLst/>
            <a:rect l="l" t="t" r="r" b="b"/>
            <a:pathLst>
              <a:path w="774720" h="774720">
                <a:moveTo>
                  <a:pt x="0" y="0"/>
                </a:moveTo>
                <a:lnTo>
                  <a:pt x="774720" y="0"/>
                </a:lnTo>
                <a:lnTo>
                  <a:pt x="774720" y="774720"/>
                </a:lnTo>
                <a:lnTo>
                  <a:pt x="0" y="774720"/>
                </a:lnTo>
                <a:lnTo>
                  <a:pt x="0" y="0"/>
                </a:lnTo>
                <a:close/>
              </a:path>
            </a:pathLst>
          </a:custGeom>
          <a:blipFill>
            <a:blip r:embed="rId13">
              <a:extLst>
                <a:ext uri="{96DAC541-7B7A-43D3-8B79-37D633B846F1}">
                  <asvg:svgBlip xmlns:asvg="http://schemas.microsoft.com/office/drawing/2016/SVG/main" xmlns="" r:embed="rId14"/>
                </a:ext>
              </a:extLst>
            </a:blip>
            <a:stretch>
              <a:fillRect/>
            </a:stretch>
          </a:blipFill>
        </p:spPr>
      </p:sp>
      <p:sp>
        <p:nvSpPr>
          <p:cNvPr id="17" name="Freeform 17"/>
          <p:cNvSpPr/>
          <p:nvPr/>
        </p:nvSpPr>
        <p:spPr>
          <a:xfrm>
            <a:off x="8220960" y="5757840"/>
            <a:ext cx="774720" cy="774720"/>
          </a:xfrm>
          <a:custGeom>
            <a:avLst/>
            <a:gdLst/>
            <a:ahLst/>
            <a:cxnLst/>
            <a:rect l="l" t="t" r="r" b="b"/>
            <a:pathLst>
              <a:path w="774720" h="774720">
                <a:moveTo>
                  <a:pt x="0" y="0"/>
                </a:moveTo>
                <a:lnTo>
                  <a:pt x="774720" y="0"/>
                </a:lnTo>
                <a:lnTo>
                  <a:pt x="774720" y="774720"/>
                </a:lnTo>
                <a:lnTo>
                  <a:pt x="0" y="774720"/>
                </a:lnTo>
                <a:lnTo>
                  <a:pt x="0" y="0"/>
                </a:lnTo>
                <a:close/>
              </a:path>
            </a:pathLst>
          </a:custGeom>
          <a:blipFill>
            <a:blip r:embed="rId15">
              <a:extLst>
                <a:ext uri="{96DAC541-7B7A-43D3-8B79-37D633B846F1}">
                  <asvg:svgBlip xmlns:asvg="http://schemas.microsoft.com/office/drawing/2016/SVG/main" xmlns="" r:embed="rId16"/>
                </a:ext>
              </a:extLst>
            </a:blip>
            <a:stretch>
              <a:fillRect/>
            </a:stretch>
          </a:blipFill>
        </p:spPr>
      </p:sp>
      <p:sp>
        <p:nvSpPr>
          <p:cNvPr id="18" name="Freeform 18"/>
          <p:cNvSpPr/>
          <p:nvPr/>
        </p:nvSpPr>
        <p:spPr>
          <a:xfrm>
            <a:off x="10344960" y="5757120"/>
            <a:ext cx="776880" cy="776880"/>
          </a:xfrm>
          <a:custGeom>
            <a:avLst/>
            <a:gdLst/>
            <a:ahLst/>
            <a:cxnLst/>
            <a:rect l="l" t="t" r="r" b="b"/>
            <a:pathLst>
              <a:path w="776880" h="776880">
                <a:moveTo>
                  <a:pt x="0" y="0"/>
                </a:moveTo>
                <a:lnTo>
                  <a:pt x="776880" y="0"/>
                </a:lnTo>
                <a:lnTo>
                  <a:pt x="776880" y="776880"/>
                </a:lnTo>
                <a:lnTo>
                  <a:pt x="0" y="776880"/>
                </a:lnTo>
                <a:lnTo>
                  <a:pt x="0" y="0"/>
                </a:lnTo>
                <a:close/>
              </a:path>
            </a:pathLst>
          </a:custGeom>
          <a:blipFill>
            <a:blip r:embed="rId17">
              <a:extLst>
                <a:ext uri="{96DAC541-7B7A-43D3-8B79-37D633B846F1}">
                  <asvg:svgBlip xmlns:asvg="http://schemas.microsoft.com/office/drawing/2016/SVG/main" xmlns="" r:embed="rId18"/>
                </a:ext>
              </a:extLst>
            </a:blip>
            <a:stretch>
              <a:fillRect/>
            </a:stretch>
          </a:blipFill>
        </p:spPr>
      </p:sp>
    </p:spTree>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TotalTime>
  <Words>709</Words>
  <Application>Microsoft Office PowerPoint</Application>
  <PresentationFormat>Custom</PresentationFormat>
  <Paragraphs>45</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Calibri</vt:lpstr>
      <vt:lpstr>Montserrat Bold</vt:lpstr>
      <vt:lpstr>Dela Gothic One</vt:lpstr>
      <vt:lpstr>Montserrat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 Libraries.pptx</dc:title>
  <dc:creator>keval poshiya</dc:creator>
  <cp:lastModifiedBy>keval poshiya</cp:lastModifiedBy>
  <cp:revision>3</cp:revision>
  <dcterms:created xsi:type="dcterms:W3CDTF">2006-08-16T00:00:00Z</dcterms:created>
  <dcterms:modified xsi:type="dcterms:W3CDTF">2025-04-14T16:14:59Z</dcterms:modified>
  <dc:identifier>DAGitVH8X24</dc:identifier>
</cp:coreProperties>
</file>